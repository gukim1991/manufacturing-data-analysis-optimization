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9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18667C-750A-2AD6-4110-14E7495FFA03}" v="62" dt="2026-03-29T13:17:41.092"/>
    <p1510:client id="{C1AF9D11-4D1B-4F97-A591-A43A43DF4F4F}" v="1" dt="2026-03-29T13:27:37.800"/>
    <p1510:client id="{CC466B6E-683B-2B84-1605-EB3E70C6A024}" v="39" dt="2026-03-29T13:22:26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334525-AA2A-4E31-8D56-7B8361641BD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10085CA-E33F-4AB4-A62F-639BACC4EAB4}">
      <dgm:prSet/>
      <dgm:spPr/>
      <dgm:t>
        <a:bodyPr/>
        <a:lstStyle/>
        <a:p>
          <a:r>
            <a:rPr lang="ko-KR"/>
            <a:t>본 가이드라인은 </a:t>
          </a:r>
          <a:r>
            <a:rPr lang="en-US"/>
            <a:t>UCI SECOM </a:t>
          </a:r>
          <a:r>
            <a:rPr lang="ko-KR"/>
            <a:t>반도체 공정 데이터를 대상으로 머신러닝 분석 및 품질 예측 모델에 적합한 신뢰 가능한 </a:t>
          </a:r>
          <a:r>
            <a:rPr lang="en-US"/>
            <a:t>Golden Dataset </a:t>
          </a:r>
          <a:r>
            <a:rPr lang="ko-KR"/>
            <a:t>확보를 목적으로 설계됨 </a:t>
          </a:r>
          <a:endParaRPr lang="en-US"/>
        </a:p>
      </dgm:t>
    </dgm:pt>
    <dgm:pt modelId="{A0B91475-1B5F-48F0-A67C-4A0AACBE7703}" type="parTrans" cxnId="{5D0C7D10-E60D-483D-B1D9-F71F9DB77BB8}">
      <dgm:prSet/>
      <dgm:spPr/>
      <dgm:t>
        <a:bodyPr/>
        <a:lstStyle/>
        <a:p>
          <a:endParaRPr lang="en-US"/>
        </a:p>
      </dgm:t>
    </dgm:pt>
    <dgm:pt modelId="{94D62EA6-F98F-4A7C-A72D-478A314693A3}" type="sibTrans" cxnId="{5D0C7D10-E60D-483D-B1D9-F71F9DB77BB8}">
      <dgm:prSet/>
      <dgm:spPr/>
      <dgm:t>
        <a:bodyPr/>
        <a:lstStyle/>
        <a:p>
          <a:endParaRPr lang="en-US"/>
        </a:p>
      </dgm:t>
    </dgm:pt>
    <dgm:pt modelId="{732E04CE-956E-4A55-9080-CFB7335811F2}">
      <dgm:prSet/>
      <dgm:spPr/>
      <dgm:t>
        <a:bodyPr/>
        <a:lstStyle/>
        <a:p>
          <a:r>
            <a:rPr lang="ko-KR"/>
            <a:t>단순 결측치 제거 수준을 넘어</a:t>
          </a:r>
          <a:r>
            <a:rPr lang="en-US"/>
            <a:t>, **</a:t>
          </a:r>
          <a:r>
            <a:rPr lang="ko-KR"/>
            <a:t>데이터 품질 </a:t>
          </a:r>
          <a:r>
            <a:rPr lang="en-US"/>
            <a:t>5</a:t>
          </a:r>
          <a:r>
            <a:rPr lang="ko-KR"/>
            <a:t>대 핵심 속성</a:t>
          </a:r>
          <a:r>
            <a:rPr lang="en-US"/>
            <a:t>(</a:t>
          </a:r>
          <a:r>
            <a:rPr lang="ko-KR"/>
            <a:t>유일성</a:t>
          </a:r>
          <a:r>
            <a:rPr lang="en-US"/>
            <a:t>·</a:t>
          </a:r>
          <a:r>
            <a:rPr lang="ko-KR"/>
            <a:t>완전성</a:t>
          </a:r>
          <a:r>
            <a:rPr lang="en-US"/>
            <a:t>·</a:t>
          </a:r>
          <a:r>
            <a:rPr lang="ko-KR"/>
            <a:t>유효성</a:t>
          </a:r>
          <a:r>
            <a:rPr lang="en-US"/>
            <a:t>·</a:t>
          </a:r>
          <a:r>
            <a:rPr lang="ko-KR"/>
            <a:t>일관성</a:t>
          </a:r>
          <a:r>
            <a:rPr lang="en-US"/>
            <a:t>·</a:t>
          </a:r>
          <a:r>
            <a:rPr lang="ko-KR"/>
            <a:t>정확성</a:t>
          </a:r>
          <a:r>
            <a:rPr lang="en-US"/>
            <a:t>)**</a:t>
          </a:r>
          <a:r>
            <a:rPr lang="ko-KR"/>
            <a:t>을 체계적으로 검증 제조 공정 데이터 특성상 발생 가능한 중복 로깅</a:t>
          </a:r>
          <a:r>
            <a:rPr lang="en-US"/>
            <a:t>, </a:t>
          </a:r>
          <a:r>
            <a:rPr lang="ko-KR"/>
            <a:t>센서 누락</a:t>
          </a:r>
          <a:r>
            <a:rPr lang="en-US"/>
            <a:t>, </a:t>
          </a:r>
          <a:r>
            <a:rPr lang="ko-KR"/>
            <a:t>라벨 오류</a:t>
          </a:r>
          <a:r>
            <a:rPr lang="en-US"/>
            <a:t>, </a:t>
          </a:r>
          <a:r>
            <a:rPr lang="ko-KR"/>
            <a:t>논리적 모순</a:t>
          </a:r>
          <a:r>
            <a:rPr lang="en-US"/>
            <a:t>, </a:t>
          </a:r>
          <a:r>
            <a:rPr lang="ko-KR"/>
            <a:t>계측 정밀도 문제를 사전에 차단</a:t>
          </a:r>
          <a:endParaRPr lang="en-US"/>
        </a:p>
      </dgm:t>
    </dgm:pt>
    <dgm:pt modelId="{51C16EBA-F722-4BF9-8E33-996710D90780}" type="parTrans" cxnId="{6556BA08-1384-467E-AB0B-C268B5756B22}">
      <dgm:prSet/>
      <dgm:spPr/>
      <dgm:t>
        <a:bodyPr/>
        <a:lstStyle/>
        <a:p>
          <a:endParaRPr lang="en-US"/>
        </a:p>
      </dgm:t>
    </dgm:pt>
    <dgm:pt modelId="{A77D1AFC-71D2-4718-867C-C71D1F49DCD3}" type="sibTrans" cxnId="{6556BA08-1384-467E-AB0B-C268B5756B22}">
      <dgm:prSet/>
      <dgm:spPr/>
      <dgm:t>
        <a:bodyPr/>
        <a:lstStyle/>
        <a:p>
          <a:endParaRPr lang="en-US"/>
        </a:p>
      </dgm:t>
    </dgm:pt>
    <dgm:pt modelId="{BC6A0965-57C2-4627-8752-B6CFFB610F2A}" type="pres">
      <dgm:prSet presAssocID="{20334525-AA2A-4E31-8D56-7B8361641BD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EB74A88-46A3-4DAC-A4DF-33E4E1375D92}" type="pres">
      <dgm:prSet presAssocID="{510085CA-E33F-4AB4-A62F-639BACC4EAB4}" presName="hierRoot1" presStyleCnt="0"/>
      <dgm:spPr/>
    </dgm:pt>
    <dgm:pt modelId="{4B4FE9D2-2466-4655-A34D-77A676C50F9B}" type="pres">
      <dgm:prSet presAssocID="{510085CA-E33F-4AB4-A62F-639BACC4EAB4}" presName="composite" presStyleCnt="0"/>
      <dgm:spPr/>
    </dgm:pt>
    <dgm:pt modelId="{6EEADD14-1158-40EE-85FB-CFF719A47F28}" type="pres">
      <dgm:prSet presAssocID="{510085CA-E33F-4AB4-A62F-639BACC4EAB4}" presName="background" presStyleLbl="node0" presStyleIdx="0" presStyleCnt="2"/>
      <dgm:spPr/>
    </dgm:pt>
    <dgm:pt modelId="{B36B2BBF-D141-44DB-AA2E-A90BDC21FBA4}" type="pres">
      <dgm:prSet presAssocID="{510085CA-E33F-4AB4-A62F-639BACC4EAB4}" presName="text" presStyleLbl="fgAcc0" presStyleIdx="0" presStyleCnt="2">
        <dgm:presLayoutVars>
          <dgm:chPref val="3"/>
        </dgm:presLayoutVars>
      </dgm:prSet>
      <dgm:spPr/>
    </dgm:pt>
    <dgm:pt modelId="{1A0E4B8A-6178-4F24-BADE-81B05A8B697A}" type="pres">
      <dgm:prSet presAssocID="{510085CA-E33F-4AB4-A62F-639BACC4EAB4}" presName="hierChild2" presStyleCnt="0"/>
      <dgm:spPr/>
    </dgm:pt>
    <dgm:pt modelId="{E930084F-0EA6-41E7-B63D-9E2B25BDD404}" type="pres">
      <dgm:prSet presAssocID="{732E04CE-956E-4A55-9080-CFB7335811F2}" presName="hierRoot1" presStyleCnt="0"/>
      <dgm:spPr/>
    </dgm:pt>
    <dgm:pt modelId="{171DC95A-C8AF-4F78-BC32-9CA38F428016}" type="pres">
      <dgm:prSet presAssocID="{732E04CE-956E-4A55-9080-CFB7335811F2}" presName="composite" presStyleCnt="0"/>
      <dgm:spPr/>
    </dgm:pt>
    <dgm:pt modelId="{03B5200F-1EEC-42A7-BBC0-C70B4BAF1DFF}" type="pres">
      <dgm:prSet presAssocID="{732E04CE-956E-4A55-9080-CFB7335811F2}" presName="background" presStyleLbl="node0" presStyleIdx="1" presStyleCnt="2"/>
      <dgm:spPr/>
    </dgm:pt>
    <dgm:pt modelId="{9DB6DE73-9236-4205-9435-C508A21E2F8E}" type="pres">
      <dgm:prSet presAssocID="{732E04CE-956E-4A55-9080-CFB7335811F2}" presName="text" presStyleLbl="fgAcc0" presStyleIdx="1" presStyleCnt="2">
        <dgm:presLayoutVars>
          <dgm:chPref val="3"/>
        </dgm:presLayoutVars>
      </dgm:prSet>
      <dgm:spPr/>
    </dgm:pt>
    <dgm:pt modelId="{BA719AE3-CCD4-4A92-BD25-FB5730DEC50B}" type="pres">
      <dgm:prSet presAssocID="{732E04CE-956E-4A55-9080-CFB7335811F2}" presName="hierChild2" presStyleCnt="0"/>
      <dgm:spPr/>
    </dgm:pt>
  </dgm:ptLst>
  <dgm:cxnLst>
    <dgm:cxn modelId="{6556BA08-1384-467E-AB0B-C268B5756B22}" srcId="{20334525-AA2A-4E31-8D56-7B8361641BD8}" destId="{732E04CE-956E-4A55-9080-CFB7335811F2}" srcOrd="1" destOrd="0" parTransId="{51C16EBA-F722-4BF9-8E33-996710D90780}" sibTransId="{A77D1AFC-71D2-4718-867C-C71D1F49DCD3}"/>
    <dgm:cxn modelId="{0101D20A-DA16-4307-B454-BCBE222A9A2F}" type="presOf" srcId="{510085CA-E33F-4AB4-A62F-639BACC4EAB4}" destId="{B36B2BBF-D141-44DB-AA2E-A90BDC21FBA4}" srcOrd="0" destOrd="0" presId="urn:microsoft.com/office/officeart/2005/8/layout/hierarchy1"/>
    <dgm:cxn modelId="{5D0C7D10-E60D-483D-B1D9-F71F9DB77BB8}" srcId="{20334525-AA2A-4E31-8D56-7B8361641BD8}" destId="{510085CA-E33F-4AB4-A62F-639BACC4EAB4}" srcOrd="0" destOrd="0" parTransId="{A0B91475-1B5F-48F0-A67C-4A0AACBE7703}" sibTransId="{94D62EA6-F98F-4A7C-A72D-478A314693A3}"/>
    <dgm:cxn modelId="{9305E88D-74E7-44C0-9DAE-55145EBCFE3E}" type="presOf" srcId="{20334525-AA2A-4E31-8D56-7B8361641BD8}" destId="{BC6A0965-57C2-4627-8752-B6CFFB610F2A}" srcOrd="0" destOrd="0" presId="urn:microsoft.com/office/officeart/2005/8/layout/hierarchy1"/>
    <dgm:cxn modelId="{B8B533CE-DD3B-4213-A26E-86D0A9F177C8}" type="presOf" srcId="{732E04CE-956E-4A55-9080-CFB7335811F2}" destId="{9DB6DE73-9236-4205-9435-C508A21E2F8E}" srcOrd="0" destOrd="0" presId="urn:microsoft.com/office/officeart/2005/8/layout/hierarchy1"/>
    <dgm:cxn modelId="{75E1917A-AC61-4EF1-803C-0298E32E4B29}" type="presParOf" srcId="{BC6A0965-57C2-4627-8752-B6CFFB610F2A}" destId="{AEB74A88-46A3-4DAC-A4DF-33E4E1375D92}" srcOrd="0" destOrd="0" presId="urn:microsoft.com/office/officeart/2005/8/layout/hierarchy1"/>
    <dgm:cxn modelId="{06196F83-DD1E-4EDC-8563-2D23C9C9933E}" type="presParOf" srcId="{AEB74A88-46A3-4DAC-A4DF-33E4E1375D92}" destId="{4B4FE9D2-2466-4655-A34D-77A676C50F9B}" srcOrd="0" destOrd="0" presId="urn:microsoft.com/office/officeart/2005/8/layout/hierarchy1"/>
    <dgm:cxn modelId="{C5BD5A83-97C7-4269-A806-DDD17513BE6D}" type="presParOf" srcId="{4B4FE9D2-2466-4655-A34D-77A676C50F9B}" destId="{6EEADD14-1158-40EE-85FB-CFF719A47F28}" srcOrd="0" destOrd="0" presId="urn:microsoft.com/office/officeart/2005/8/layout/hierarchy1"/>
    <dgm:cxn modelId="{9CDA1369-AF4F-4A1F-9144-7A3A5F76A5C1}" type="presParOf" srcId="{4B4FE9D2-2466-4655-A34D-77A676C50F9B}" destId="{B36B2BBF-D141-44DB-AA2E-A90BDC21FBA4}" srcOrd="1" destOrd="0" presId="urn:microsoft.com/office/officeart/2005/8/layout/hierarchy1"/>
    <dgm:cxn modelId="{E765212C-0327-4E63-B835-BEB42B5866C1}" type="presParOf" srcId="{AEB74A88-46A3-4DAC-A4DF-33E4E1375D92}" destId="{1A0E4B8A-6178-4F24-BADE-81B05A8B697A}" srcOrd="1" destOrd="0" presId="urn:microsoft.com/office/officeart/2005/8/layout/hierarchy1"/>
    <dgm:cxn modelId="{966B84E8-B6DC-400B-8525-8EE5DD1241C2}" type="presParOf" srcId="{BC6A0965-57C2-4627-8752-B6CFFB610F2A}" destId="{E930084F-0EA6-41E7-B63D-9E2B25BDD404}" srcOrd="1" destOrd="0" presId="urn:microsoft.com/office/officeart/2005/8/layout/hierarchy1"/>
    <dgm:cxn modelId="{EA89EF91-906D-48E1-8776-2D1294879062}" type="presParOf" srcId="{E930084F-0EA6-41E7-B63D-9E2B25BDD404}" destId="{171DC95A-C8AF-4F78-BC32-9CA38F428016}" srcOrd="0" destOrd="0" presId="urn:microsoft.com/office/officeart/2005/8/layout/hierarchy1"/>
    <dgm:cxn modelId="{BBEED83E-69B8-4CC2-933B-5EE751C4D5E8}" type="presParOf" srcId="{171DC95A-C8AF-4F78-BC32-9CA38F428016}" destId="{03B5200F-1EEC-42A7-BBC0-C70B4BAF1DFF}" srcOrd="0" destOrd="0" presId="urn:microsoft.com/office/officeart/2005/8/layout/hierarchy1"/>
    <dgm:cxn modelId="{30301524-A457-4210-805D-4B029D839870}" type="presParOf" srcId="{171DC95A-C8AF-4F78-BC32-9CA38F428016}" destId="{9DB6DE73-9236-4205-9435-C508A21E2F8E}" srcOrd="1" destOrd="0" presId="urn:microsoft.com/office/officeart/2005/8/layout/hierarchy1"/>
    <dgm:cxn modelId="{3E137BBC-7FB7-4068-8DCC-0D573B337441}" type="presParOf" srcId="{E930084F-0EA6-41E7-B63D-9E2B25BDD404}" destId="{BA719AE3-CCD4-4A92-BD25-FB5730DEC5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8E5196-F34C-406C-A55A-A18544473F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382F60-7243-43F9-9D34-D0063E577EF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기준 정의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하나의 공정 사이클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(Time)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은 단 한 번만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 기록되어야함</a:t>
          </a:r>
          <a:endParaRPr lang="en-US" sz="1500">
            <a:latin typeface="Malgun Gothic"/>
            <a:ea typeface="Malgun Gothic"/>
          </a:endParaRPr>
        </a:p>
      </dgm:t>
    </dgm:pt>
    <dgm:pt modelId="{27F2FDC5-145D-4DC2-B95F-7022839C6F7C}" type="parTrans" cxnId="{61BAB419-A7E9-458D-95C8-EC1150F62826}">
      <dgm:prSet/>
      <dgm:spPr/>
      <dgm:t>
        <a:bodyPr/>
        <a:lstStyle/>
        <a:p>
          <a:endParaRPr lang="en-US"/>
        </a:p>
      </dgm:t>
    </dgm:pt>
    <dgm:pt modelId="{CE055CDC-EB8C-48A4-8E57-DB1F3601D179}" type="sibTrans" cxnId="{61BAB419-A7E9-458D-95C8-EC1150F6282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D757ED7-7B46-47A4-B126-64D4C23DA93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위반유형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동일한 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Time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값에 대해 중복 로깅된 데이터 존재</a:t>
          </a:r>
          <a:endParaRPr lang="en-US" sz="1500">
            <a:latin typeface="Malgun Gothic"/>
            <a:ea typeface="Malgun Gothic"/>
          </a:endParaRPr>
        </a:p>
      </dgm:t>
    </dgm:pt>
    <dgm:pt modelId="{5C3B8C35-D29A-4396-9C88-79AA7AED66AB}" type="parTrans" cxnId="{17583B1A-6D4B-4778-A4B2-AA36E5999E40}">
      <dgm:prSet/>
      <dgm:spPr/>
      <dgm:t>
        <a:bodyPr/>
        <a:lstStyle/>
        <a:p>
          <a:endParaRPr lang="en-US"/>
        </a:p>
      </dgm:t>
    </dgm:pt>
    <dgm:pt modelId="{EE593287-EBC7-4F50-92EC-75C1430191C8}" type="sibTrans" cxnId="{17583B1A-6D4B-4778-A4B2-AA36E5999E4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D8BEA74-F490-469D-94F8-563A06393AF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설계의도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중복 데이터로 인한 샘플 편향 및 모델 학습 왜곡 방지</a:t>
          </a:r>
          <a:endParaRPr lang="en-US" sz="1500">
            <a:latin typeface="Malgun Gothic"/>
            <a:ea typeface="Malgun Gothic"/>
          </a:endParaRPr>
        </a:p>
      </dgm:t>
    </dgm:pt>
    <dgm:pt modelId="{35EC2683-1197-46E7-94DE-4C6E8BB412C3}" type="parTrans" cxnId="{A1ECAA5C-6997-45EA-9A13-C7F0E79857DB}">
      <dgm:prSet/>
      <dgm:spPr/>
      <dgm:t>
        <a:bodyPr/>
        <a:lstStyle/>
        <a:p>
          <a:endParaRPr lang="en-US"/>
        </a:p>
      </dgm:t>
    </dgm:pt>
    <dgm:pt modelId="{C863E3A9-1B18-45F7-A0CA-0271CA687289}" type="sibTrans" cxnId="{A1ECAA5C-6997-45EA-9A13-C7F0E79857D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D2AB661-6FE0-47B8-809D-9E105244186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조치원칙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동일 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Time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중 첫 기록만 유지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,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나머지 중복 행 제거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 </a:t>
          </a:r>
          <a:endParaRPr lang="en-US"/>
        </a:p>
      </dgm:t>
    </dgm:pt>
    <dgm:pt modelId="{B1F1782E-1D8B-4BF8-9739-7355F55A8DE4}" type="parTrans" cxnId="{DEE953F2-A82E-464F-A2DE-82A010865849}">
      <dgm:prSet/>
      <dgm:spPr/>
      <dgm:t>
        <a:bodyPr/>
        <a:lstStyle/>
        <a:p>
          <a:endParaRPr lang="en-US"/>
        </a:p>
      </dgm:t>
    </dgm:pt>
    <dgm:pt modelId="{4617801F-3E2B-4B8A-AD9F-D0C8592A887A}" type="sibTrans" cxnId="{DEE953F2-A82E-464F-A2DE-82A01086584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539CEF7-64CB-4162-8507-0FD5ECAECCF0}" type="pres">
      <dgm:prSet presAssocID="{0E8E5196-F34C-406C-A55A-A18544473FB5}" presName="Name0" presStyleCnt="0">
        <dgm:presLayoutVars>
          <dgm:animLvl val="lvl"/>
          <dgm:resizeHandles val="exact"/>
        </dgm:presLayoutVars>
      </dgm:prSet>
      <dgm:spPr/>
    </dgm:pt>
    <dgm:pt modelId="{698D23AB-AD9F-41B0-93CA-FECD747C3B6F}" type="pres">
      <dgm:prSet presAssocID="{72382F60-7243-43F9-9D34-D0063E577EFF}" presName="compositeNode" presStyleCnt="0">
        <dgm:presLayoutVars>
          <dgm:bulletEnabled val="1"/>
        </dgm:presLayoutVars>
      </dgm:prSet>
      <dgm:spPr/>
    </dgm:pt>
    <dgm:pt modelId="{966BB046-6A95-46AD-B93C-8E6B325A85D7}" type="pres">
      <dgm:prSet presAssocID="{72382F60-7243-43F9-9D34-D0063E577EFF}" presName="bgRect" presStyleLbl="alignNode1" presStyleIdx="0" presStyleCnt="4"/>
      <dgm:spPr/>
    </dgm:pt>
    <dgm:pt modelId="{C106FA1A-4495-4A16-A220-ED0C3E504E60}" type="pres">
      <dgm:prSet presAssocID="{CE055CDC-EB8C-48A4-8E57-DB1F3601D17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85A5445C-543F-4EED-AE66-715C002EAE1F}" type="pres">
      <dgm:prSet presAssocID="{72382F60-7243-43F9-9D34-D0063E577EFF}" presName="nodeRect" presStyleLbl="alignNode1" presStyleIdx="0" presStyleCnt="4">
        <dgm:presLayoutVars>
          <dgm:bulletEnabled val="1"/>
        </dgm:presLayoutVars>
      </dgm:prSet>
      <dgm:spPr/>
    </dgm:pt>
    <dgm:pt modelId="{BA5C9A86-388A-47EF-B2F0-A242FFCCB0BF}" type="pres">
      <dgm:prSet presAssocID="{CE055CDC-EB8C-48A4-8E57-DB1F3601D179}" presName="sibTrans" presStyleCnt="0"/>
      <dgm:spPr/>
    </dgm:pt>
    <dgm:pt modelId="{96F3513B-4D9A-44AC-A47F-B442F1159DC4}" type="pres">
      <dgm:prSet presAssocID="{4D757ED7-7B46-47A4-B126-64D4C23DA938}" presName="compositeNode" presStyleCnt="0">
        <dgm:presLayoutVars>
          <dgm:bulletEnabled val="1"/>
        </dgm:presLayoutVars>
      </dgm:prSet>
      <dgm:spPr/>
    </dgm:pt>
    <dgm:pt modelId="{C44FEBAA-2D68-4D4A-8F9B-4D19267A591D}" type="pres">
      <dgm:prSet presAssocID="{4D757ED7-7B46-47A4-B126-64D4C23DA938}" presName="bgRect" presStyleLbl="alignNode1" presStyleIdx="1" presStyleCnt="4"/>
      <dgm:spPr/>
    </dgm:pt>
    <dgm:pt modelId="{F4057B90-1483-45B4-BD26-09C1C1651205}" type="pres">
      <dgm:prSet presAssocID="{EE593287-EBC7-4F50-92EC-75C1430191C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35C7BC3-3075-4EEA-BA59-27268BBF031B}" type="pres">
      <dgm:prSet presAssocID="{4D757ED7-7B46-47A4-B126-64D4C23DA938}" presName="nodeRect" presStyleLbl="alignNode1" presStyleIdx="1" presStyleCnt="4">
        <dgm:presLayoutVars>
          <dgm:bulletEnabled val="1"/>
        </dgm:presLayoutVars>
      </dgm:prSet>
      <dgm:spPr/>
    </dgm:pt>
    <dgm:pt modelId="{CAB6FED3-D240-46E1-A904-0C83395A00F2}" type="pres">
      <dgm:prSet presAssocID="{EE593287-EBC7-4F50-92EC-75C1430191C8}" presName="sibTrans" presStyleCnt="0"/>
      <dgm:spPr/>
    </dgm:pt>
    <dgm:pt modelId="{5F55F820-1002-4678-BAAE-2CFEF01F47F1}" type="pres">
      <dgm:prSet presAssocID="{8D8BEA74-F490-469D-94F8-563A06393AF8}" presName="compositeNode" presStyleCnt="0">
        <dgm:presLayoutVars>
          <dgm:bulletEnabled val="1"/>
        </dgm:presLayoutVars>
      </dgm:prSet>
      <dgm:spPr/>
    </dgm:pt>
    <dgm:pt modelId="{C137DB64-DBE0-43B1-B7D7-4A714698640A}" type="pres">
      <dgm:prSet presAssocID="{8D8BEA74-F490-469D-94F8-563A06393AF8}" presName="bgRect" presStyleLbl="alignNode1" presStyleIdx="2" presStyleCnt="4"/>
      <dgm:spPr/>
    </dgm:pt>
    <dgm:pt modelId="{86EBB127-B5AA-4D7B-B260-1D5B6DBB1937}" type="pres">
      <dgm:prSet presAssocID="{C863E3A9-1B18-45F7-A0CA-0271CA68728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6338553-4448-47B6-BCA9-43E4500FAF9C}" type="pres">
      <dgm:prSet presAssocID="{8D8BEA74-F490-469D-94F8-563A06393AF8}" presName="nodeRect" presStyleLbl="alignNode1" presStyleIdx="2" presStyleCnt="4">
        <dgm:presLayoutVars>
          <dgm:bulletEnabled val="1"/>
        </dgm:presLayoutVars>
      </dgm:prSet>
      <dgm:spPr/>
    </dgm:pt>
    <dgm:pt modelId="{4B6F3D10-7C2E-4FE9-8FB2-0782D3F98F44}" type="pres">
      <dgm:prSet presAssocID="{C863E3A9-1B18-45F7-A0CA-0271CA687289}" presName="sibTrans" presStyleCnt="0"/>
      <dgm:spPr/>
    </dgm:pt>
    <dgm:pt modelId="{823127CB-DBF4-40D6-B12A-EDDFF59B4D1E}" type="pres">
      <dgm:prSet presAssocID="{DD2AB661-6FE0-47B8-809D-9E105244186B}" presName="compositeNode" presStyleCnt="0">
        <dgm:presLayoutVars>
          <dgm:bulletEnabled val="1"/>
        </dgm:presLayoutVars>
      </dgm:prSet>
      <dgm:spPr/>
    </dgm:pt>
    <dgm:pt modelId="{007B74DA-D276-4350-A85A-70664E8A0ED1}" type="pres">
      <dgm:prSet presAssocID="{DD2AB661-6FE0-47B8-809D-9E105244186B}" presName="bgRect" presStyleLbl="alignNode1" presStyleIdx="3" presStyleCnt="4"/>
      <dgm:spPr/>
    </dgm:pt>
    <dgm:pt modelId="{B8ADE38C-5F0F-4889-B3B6-7309BE1D0DE3}" type="pres">
      <dgm:prSet presAssocID="{4617801F-3E2B-4B8A-AD9F-D0C8592A887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C030EB2-3E19-434C-B71A-3519327D27AE}" type="pres">
      <dgm:prSet presAssocID="{DD2AB661-6FE0-47B8-809D-9E105244186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548C60A-954D-45B9-869B-ED4E73EFA3C7}" type="presOf" srcId="{DD2AB661-6FE0-47B8-809D-9E105244186B}" destId="{007B74DA-D276-4350-A85A-70664E8A0ED1}" srcOrd="0" destOrd="0" presId="urn:microsoft.com/office/officeart/2016/7/layout/LinearBlockProcessNumbered"/>
    <dgm:cxn modelId="{EDB4C80F-E310-4451-A537-D12644536A99}" type="presOf" srcId="{4D757ED7-7B46-47A4-B126-64D4C23DA938}" destId="{C44FEBAA-2D68-4D4A-8F9B-4D19267A591D}" srcOrd="0" destOrd="0" presId="urn:microsoft.com/office/officeart/2016/7/layout/LinearBlockProcessNumbered"/>
    <dgm:cxn modelId="{E1BE1310-9845-43C7-9F96-F1CFA3FFE9D3}" type="presOf" srcId="{72382F60-7243-43F9-9D34-D0063E577EFF}" destId="{966BB046-6A95-46AD-B93C-8E6B325A85D7}" srcOrd="0" destOrd="0" presId="urn:microsoft.com/office/officeart/2016/7/layout/LinearBlockProcessNumbered"/>
    <dgm:cxn modelId="{61BAB419-A7E9-458D-95C8-EC1150F62826}" srcId="{0E8E5196-F34C-406C-A55A-A18544473FB5}" destId="{72382F60-7243-43F9-9D34-D0063E577EFF}" srcOrd="0" destOrd="0" parTransId="{27F2FDC5-145D-4DC2-B95F-7022839C6F7C}" sibTransId="{CE055CDC-EB8C-48A4-8E57-DB1F3601D179}"/>
    <dgm:cxn modelId="{17583B1A-6D4B-4778-A4B2-AA36E5999E40}" srcId="{0E8E5196-F34C-406C-A55A-A18544473FB5}" destId="{4D757ED7-7B46-47A4-B126-64D4C23DA938}" srcOrd="1" destOrd="0" parTransId="{5C3B8C35-D29A-4396-9C88-79AA7AED66AB}" sibTransId="{EE593287-EBC7-4F50-92EC-75C1430191C8}"/>
    <dgm:cxn modelId="{A7A7D820-0224-4724-9D99-967342501B18}" type="presOf" srcId="{72382F60-7243-43F9-9D34-D0063E577EFF}" destId="{85A5445C-543F-4EED-AE66-715C002EAE1F}" srcOrd="1" destOrd="0" presId="urn:microsoft.com/office/officeart/2016/7/layout/LinearBlockProcessNumbered"/>
    <dgm:cxn modelId="{91069631-51DC-4578-8A3E-E88CC729749A}" type="presOf" srcId="{DD2AB661-6FE0-47B8-809D-9E105244186B}" destId="{9C030EB2-3E19-434C-B71A-3519327D27AE}" srcOrd="1" destOrd="0" presId="urn:microsoft.com/office/officeart/2016/7/layout/LinearBlockProcessNumbered"/>
    <dgm:cxn modelId="{A1ECAA5C-6997-45EA-9A13-C7F0E79857DB}" srcId="{0E8E5196-F34C-406C-A55A-A18544473FB5}" destId="{8D8BEA74-F490-469D-94F8-563A06393AF8}" srcOrd="2" destOrd="0" parTransId="{35EC2683-1197-46E7-94DE-4C6E8BB412C3}" sibTransId="{C863E3A9-1B18-45F7-A0CA-0271CA687289}"/>
    <dgm:cxn modelId="{144CA755-A320-4ABA-92D7-68EDAE6C0523}" type="presOf" srcId="{8D8BEA74-F490-469D-94F8-563A06393AF8}" destId="{06338553-4448-47B6-BCA9-43E4500FAF9C}" srcOrd="1" destOrd="0" presId="urn:microsoft.com/office/officeart/2016/7/layout/LinearBlockProcessNumbered"/>
    <dgm:cxn modelId="{92BB8C84-47BC-44E6-A195-A0E771498B05}" type="presOf" srcId="{EE593287-EBC7-4F50-92EC-75C1430191C8}" destId="{F4057B90-1483-45B4-BD26-09C1C1651205}" srcOrd="0" destOrd="0" presId="urn:microsoft.com/office/officeart/2016/7/layout/LinearBlockProcessNumbered"/>
    <dgm:cxn modelId="{C4758592-8F28-492C-9745-0502AFA185F2}" type="presOf" srcId="{4617801F-3E2B-4B8A-AD9F-D0C8592A887A}" destId="{B8ADE38C-5F0F-4889-B3B6-7309BE1D0DE3}" srcOrd="0" destOrd="0" presId="urn:microsoft.com/office/officeart/2016/7/layout/LinearBlockProcessNumbered"/>
    <dgm:cxn modelId="{71433FBE-75AD-4D8C-8F92-E28CA9CEE9E6}" type="presOf" srcId="{CE055CDC-EB8C-48A4-8E57-DB1F3601D179}" destId="{C106FA1A-4495-4A16-A220-ED0C3E504E60}" srcOrd="0" destOrd="0" presId="urn:microsoft.com/office/officeart/2016/7/layout/LinearBlockProcessNumbered"/>
    <dgm:cxn modelId="{FFF40FBF-E4F6-490C-89C9-0F3B2BF68902}" type="presOf" srcId="{4D757ED7-7B46-47A4-B126-64D4C23DA938}" destId="{B35C7BC3-3075-4EEA-BA59-27268BBF031B}" srcOrd="1" destOrd="0" presId="urn:microsoft.com/office/officeart/2016/7/layout/LinearBlockProcessNumbered"/>
    <dgm:cxn modelId="{040259E4-63BC-4467-97F4-B356B57CFE4A}" type="presOf" srcId="{8D8BEA74-F490-469D-94F8-563A06393AF8}" destId="{C137DB64-DBE0-43B1-B7D7-4A714698640A}" srcOrd="0" destOrd="0" presId="urn:microsoft.com/office/officeart/2016/7/layout/LinearBlockProcessNumbered"/>
    <dgm:cxn modelId="{DEE953F2-A82E-464F-A2DE-82A010865849}" srcId="{0E8E5196-F34C-406C-A55A-A18544473FB5}" destId="{DD2AB661-6FE0-47B8-809D-9E105244186B}" srcOrd="3" destOrd="0" parTransId="{B1F1782E-1D8B-4BF8-9739-7355F55A8DE4}" sibTransId="{4617801F-3E2B-4B8A-AD9F-D0C8592A887A}"/>
    <dgm:cxn modelId="{F1A76CF3-2692-4EAB-B143-3B5D1A6B63B1}" type="presOf" srcId="{0E8E5196-F34C-406C-A55A-A18544473FB5}" destId="{7539CEF7-64CB-4162-8507-0FD5ECAECCF0}" srcOrd="0" destOrd="0" presId="urn:microsoft.com/office/officeart/2016/7/layout/LinearBlockProcessNumbered"/>
    <dgm:cxn modelId="{0DBAA8FF-060F-4F48-82C3-5A2435D6879A}" type="presOf" srcId="{C863E3A9-1B18-45F7-A0CA-0271CA687289}" destId="{86EBB127-B5AA-4D7B-B260-1D5B6DBB1937}" srcOrd="0" destOrd="0" presId="urn:microsoft.com/office/officeart/2016/7/layout/LinearBlockProcessNumbered"/>
    <dgm:cxn modelId="{C446C9A6-FE92-46A4-A2E1-925C76B8638E}" type="presParOf" srcId="{7539CEF7-64CB-4162-8507-0FD5ECAECCF0}" destId="{698D23AB-AD9F-41B0-93CA-FECD747C3B6F}" srcOrd="0" destOrd="0" presId="urn:microsoft.com/office/officeart/2016/7/layout/LinearBlockProcessNumbered"/>
    <dgm:cxn modelId="{54177493-B463-4395-82E2-863588B23780}" type="presParOf" srcId="{698D23AB-AD9F-41B0-93CA-FECD747C3B6F}" destId="{966BB046-6A95-46AD-B93C-8E6B325A85D7}" srcOrd="0" destOrd="0" presId="urn:microsoft.com/office/officeart/2016/7/layout/LinearBlockProcessNumbered"/>
    <dgm:cxn modelId="{1FC24B70-4A41-4D7F-8CCC-09BBC2384253}" type="presParOf" srcId="{698D23AB-AD9F-41B0-93CA-FECD747C3B6F}" destId="{C106FA1A-4495-4A16-A220-ED0C3E504E60}" srcOrd="1" destOrd="0" presId="urn:microsoft.com/office/officeart/2016/7/layout/LinearBlockProcessNumbered"/>
    <dgm:cxn modelId="{95F42EA1-933D-4186-B2AB-CD11CA5A9DC4}" type="presParOf" srcId="{698D23AB-AD9F-41B0-93CA-FECD747C3B6F}" destId="{85A5445C-543F-4EED-AE66-715C002EAE1F}" srcOrd="2" destOrd="0" presId="urn:microsoft.com/office/officeart/2016/7/layout/LinearBlockProcessNumbered"/>
    <dgm:cxn modelId="{7587B42F-026C-42E0-9721-817E31EAA916}" type="presParOf" srcId="{7539CEF7-64CB-4162-8507-0FD5ECAECCF0}" destId="{BA5C9A86-388A-47EF-B2F0-A242FFCCB0BF}" srcOrd="1" destOrd="0" presId="urn:microsoft.com/office/officeart/2016/7/layout/LinearBlockProcessNumbered"/>
    <dgm:cxn modelId="{6A9AD626-5002-4C21-AB09-E9F6784455B3}" type="presParOf" srcId="{7539CEF7-64CB-4162-8507-0FD5ECAECCF0}" destId="{96F3513B-4D9A-44AC-A47F-B442F1159DC4}" srcOrd="2" destOrd="0" presId="urn:microsoft.com/office/officeart/2016/7/layout/LinearBlockProcessNumbered"/>
    <dgm:cxn modelId="{B92BFD10-05E4-47DF-BD6B-209B8BD195BB}" type="presParOf" srcId="{96F3513B-4D9A-44AC-A47F-B442F1159DC4}" destId="{C44FEBAA-2D68-4D4A-8F9B-4D19267A591D}" srcOrd="0" destOrd="0" presId="urn:microsoft.com/office/officeart/2016/7/layout/LinearBlockProcessNumbered"/>
    <dgm:cxn modelId="{3A5D8E79-D8FF-403D-A362-71CBCE5E774A}" type="presParOf" srcId="{96F3513B-4D9A-44AC-A47F-B442F1159DC4}" destId="{F4057B90-1483-45B4-BD26-09C1C1651205}" srcOrd="1" destOrd="0" presId="urn:microsoft.com/office/officeart/2016/7/layout/LinearBlockProcessNumbered"/>
    <dgm:cxn modelId="{815D6D90-A93D-4351-BAEC-6FE06D25543E}" type="presParOf" srcId="{96F3513B-4D9A-44AC-A47F-B442F1159DC4}" destId="{B35C7BC3-3075-4EEA-BA59-27268BBF031B}" srcOrd="2" destOrd="0" presId="urn:microsoft.com/office/officeart/2016/7/layout/LinearBlockProcessNumbered"/>
    <dgm:cxn modelId="{80024545-1ABD-4C03-BA52-9A70AA6E5088}" type="presParOf" srcId="{7539CEF7-64CB-4162-8507-0FD5ECAECCF0}" destId="{CAB6FED3-D240-46E1-A904-0C83395A00F2}" srcOrd="3" destOrd="0" presId="urn:microsoft.com/office/officeart/2016/7/layout/LinearBlockProcessNumbered"/>
    <dgm:cxn modelId="{71640679-4E8A-4A08-B989-47AFEA6DAA66}" type="presParOf" srcId="{7539CEF7-64CB-4162-8507-0FD5ECAECCF0}" destId="{5F55F820-1002-4678-BAAE-2CFEF01F47F1}" srcOrd="4" destOrd="0" presId="urn:microsoft.com/office/officeart/2016/7/layout/LinearBlockProcessNumbered"/>
    <dgm:cxn modelId="{3DB6E7EB-E526-48A5-A9D1-3130F51095F9}" type="presParOf" srcId="{5F55F820-1002-4678-BAAE-2CFEF01F47F1}" destId="{C137DB64-DBE0-43B1-B7D7-4A714698640A}" srcOrd="0" destOrd="0" presId="urn:microsoft.com/office/officeart/2016/7/layout/LinearBlockProcessNumbered"/>
    <dgm:cxn modelId="{7ACAFF4B-1834-43D8-9664-651681F00477}" type="presParOf" srcId="{5F55F820-1002-4678-BAAE-2CFEF01F47F1}" destId="{86EBB127-B5AA-4D7B-B260-1D5B6DBB1937}" srcOrd="1" destOrd="0" presId="urn:microsoft.com/office/officeart/2016/7/layout/LinearBlockProcessNumbered"/>
    <dgm:cxn modelId="{5556995F-E7D9-46E5-A7F2-03FB7C6A905F}" type="presParOf" srcId="{5F55F820-1002-4678-BAAE-2CFEF01F47F1}" destId="{06338553-4448-47B6-BCA9-43E4500FAF9C}" srcOrd="2" destOrd="0" presId="urn:microsoft.com/office/officeart/2016/7/layout/LinearBlockProcessNumbered"/>
    <dgm:cxn modelId="{A90F84E3-9E32-4558-9F99-76182B240527}" type="presParOf" srcId="{7539CEF7-64CB-4162-8507-0FD5ECAECCF0}" destId="{4B6F3D10-7C2E-4FE9-8FB2-0782D3F98F44}" srcOrd="5" destOrd="0" presId="urn:microsoft.com/office/officeart/2016/7/layout/LinearBlockProcessNumbered"/>
    <dgm:cxn modelId="{E859AA0C-557D-4C74-A240-4DAA587346E1}" type="presParOf" srcId="{7539CEF7-64CB-4162-8507-0FD5ECAECCF0}" destId="{823127CB-DBF4-40D6-B12A-EDDFF59B4D1E}" srcOrd="6" destOrd="0" presId="urn:microsoft.com/office/officeart/2016/7/layout/LinearBlockProcessNumbered"/>
    <dgm:cxn modelId="{32FB1C57-23E9-492D-B7FA-27CD3200998C}" type="presParOf" srcId="{823127CB-DBF4-40D6-B12A-EDDFF59B4D1E}" destId="{007B74DA-D276-4350-A85A-70664E8A0ED1}" srcOrd="0" destOrd="0" presId="urn:microsoft.com/office/officeart/2016/7/layout/LinearBlockProcessNumbered"/>
    <dgm:cxn modelId="{94B8FA79-10F1-47EC-B5F2-24986B006608}" type="presParOf" srcId="{823127CB-DBF4-40D6-B12A-EDDFF59B4D1E}" destId="{B8ADE38C-5F0F-4889-B3B6-7309BE1D0DE3}" srcOrd="1" destOrd="0" presId="urn:microsoft.com/office/officeart/2016/7/layout/LinearBlockProcessNumbered"/>
    <dgm:cxn modelId="{BD5BF02C-FF94-40A0-A484-F7D7F003EE72}" type="presParOf" srcId="{823127CB-DBF4-40D6-B12A-EDDFF59B4D1E}" destId="{9C030EB2-3E19-434C-B71A-3519327D27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8E5196-F34C-406C-A55A-A18544473F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2382F60-7243-43F9-9D34-D0063E577EFF}">
      <dgm:prSet/>
      <dgm:spPr/>
      <dgm:t>
        <a:bodyPr/>
        <a:lstStyle/>
        <a:p>
          <a:r>
            <a:rPr lang="ko-KR"/>
            <a:t>기준 정의</a:t>
          </a:r>
          <a:r>
            <a:rPr lang="en-US"/>
            <a:t> – </a:t>
          </a:r>
          <a:r>
            <a:rPr lang="ko-KR"/>
            <a:t>시간정보</a:t>
          </a:r>
          <a:r>
            <a:rPr lang="en-US"/>
            <a:t>(Time)</a:t>
          </a:r>
          <a:r>
            <a:rPr lang="ko-KR"/>
            <a:t>및 핵심센서</a:t>
          </a:r>
          <a:r>
            <a:rPr lang="en-US"/>
            <a:t>(0</a:t>
          </a:r>
          <a:r>
            <a:rPr lang="ko-KR"/>
            <a:t>번 센서</a:t>
          </a:r>
          <a:r>
            <a:rPr lang="en-US"/>
            <a:t>)</a:t>
          </a:r>
          <a:r>
            <a:rPr lang="ko-KR"/>
            <a:t>는 필수적으로 존재해야함</a:t>
          </a:r>
          <a:endParaRPr lang="en-US"/>
        </a:p>
      </dgm:t>
    </dgm:pt>
    <dgm:pt modelId="{27F2FDC5-145D-4DC2-B95F-7022839C6F7C}" type="parTrans" cxnId="{61BAB419-A7E9-458D-95C8-EC1150F62826}">
      <dgm:prSet/>
      <dgm:spPr/>
      <dgm:t>
        <a:bodyPr/>
        <a:lstStyle/>
        <a:p>
          <a:endParaRPr lang="en-US"/>
        </a:p>
      </dgm:t>
    </dgm:pt>
    <dgm:pt modelId="{CE055CDC-EB8C-48A4-8E57-DB1F3601D179}" type="sibTrans" cxnId="{61BAB419-A7E9-458D-95C8-EC1150F6282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D757ED7-7B46-47A4-B126-64D4C23DA938}">
      <dgm:prSet/>
      <dgm:spPr/>
      <dgm:t>
        <a:bodyPr/>
        <a:lstStyle/>
        <a:p>
          <a:r>
            <a:rPr lang="ko-KR"/>
            <a:t>위반유형</a:t>
          </a:r>
          <a:r>
            <a:rPr lang="en-US"/>
            <a:t> – </a:t>
          </a:r>
          <a:r>
            <a:rPr lang="ko-KR"/>
            <a:t>공정 사이클 내 핵심 정보 결측</a:t>
          </a:r>
          <a:r>
            <a:rPr lang="en-US"/>
            <a:t>(</a:t>
          </a:r>
          <a:r>
            <a:rPr lang="en-US" err="1"/>
            <a:t>NaN</a:t>
          </a:r>
          <a:r>
            <a:rPr lang="en-US"/>
            <a:t>) </a:t>
          </a:r>
          <a:r>
            <a:rPr lang="ko-KR"/>
            <a:t>발생</a:t>
          </a:r>
          <a:endParaRPr lang="en-US"/>
        </a:p>
      </dgm:t>
    </dgm:pt>
    <dgm:pt modelId="{5C3B8C35-D29A-4396-9C88-79AA7AED66AB}" type="parTrans" cxnId="{17583B1A-6D4B-4778-A4B2-AA36E5999E40}">
      <dgm:prSet/>
      <dgm:spPr/>
      <dgm:t>
        <a:bodyPr/>
        <a:lstStyle/>
        <a:p>
          <a:endParaRPr lang="en-US"/>
        </a:p>
      </dgm:t>
    </dgm:pt>
    <dgm:pt modelId="{EE593287-EBC7-4F50-92EC-75C1430191C8}" type="sibTrans" cxnId="{17583B1A-6D4B-4778-A4B2-AA36E5999E4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D8BEA74-F490-469D-94F8-563A06393AF8}">
      <dgm:prSet/>
      <dgm:spPr/>
      <dgm:t>
        <a:bodyPr/>
        <a:lstStyle/>
        <a:p>
          <a:r>
            <a:rPr lang="ko-KR"/>
            <a:t>설계의도 </a:t>
          </a:r>
          <a:r>
            <a:rPr lang="en-US"/>
            <a:t>– </a:t>
          </a:r>
          <a:r>
            <a:rPr lang="ko-KR"/>
            <a:t>핵심 공정 정보 누락 시 해당 사이클은 분석 가치가 없음</a:t>
          </a:r>
          <a:endParaRPr lang="en-US"/>
        </a:p>
      </dgm:t>
    </dgm:pt>
    <dgm:pt modelId="{35EC2683-1197-46E7-94DE-4C6E8BB412C3}" type="parTrans" cxnId="{A1ECAA5C-6997-45EA-9A13-C7F0E79857DB}">
      <dgm:prSet/>
      <dgm:spPr/>
      <dgm:t>
        <a:bodyPr/>
        <a:lstStyle/>
        <a:p>
          <a:endParaRPr lang="en-US"/>
        </a:p>
      </dgm:t>
    </dgm:pt>
    <dgm:pt modelId="{C863E3A9-1B18-45F7-A0CA-0271CA687289}" type="sibTrans" cxnId="{A1ECAA5C-6997-45EA-9A13-C7F0E79857D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D2AB661-6FE0-47B8-809D-9E105244186B}">
      <dgm:prSet/>
      <dgm:spPr/>
      <dgm:t>
        <a:bodyPr/>
        <a:lstStyle/>
        <a:p>
          <a:r>
            <a:rPr lang="ko-KR" altLang="en-US">
              <a:latin typeface="맑은 고딕" panose="02110004020202020204"/>
            </a:rPr>
            <a:t>조치원칙</a:t>
          </a:r>
          <a:r>
            <a:rPr lang="ko-KR"/>
            <a:t> </a:t>
          </a:r>
          <a:r>
            <a:rPr lang="en-US"/>
            <a:t>– </a:t>
          </a:r>
          <a:r>
            <a:rPr lang="ko-KR"/>
            <a:t>필수 컬럼 결측이 포함된 전체 행 제거</a:t>
          </a:r>
          <a:endParaRPr lang="en-US"/>
        </a:p>
      </dgm:t>
    </dgm:pt>
    <dgm:pt modelId="{B1F1782E-1D8B-4BF8-9739-7355F55A8DE4}" type="parTrans" cxnId="{DEE953F2-A82E-464F-A2DE-82A010865849}">
      <dgm:prSet/>
      <dgm:spPr/>
      <dgm:t>
        <a:bodyPr/>
        <a:lstStyle/>
        <a:p>
          <a:endParaRPr lang="en-US"/>
        </a:p>
      </dgm:t>
    </dgm:pt>
    <dgm:pt modelId="{4617801F-3E2B-4B8A-AD9F-D0C8592A887A}" type="sibTrans" cxnId="{DEE953F2-A82E-464F-A2DE-82A01086584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539CEF7-64CB-4162-8507-0FD5ECAECCF0}" type="pres">
      <dgm:prSet presAssocID="{0E8E5196-F34C-406C-A55A-A18544473FB5}" presName="Name0" presStyleCnt="0">
        <dgm:presLayoutVars>
          <dgm:animLvl val="lvl"/>
          <dgm:resizeHandles val="exact"/>
        </dgm:presLayoutVars>
      </dgm:prSet>
      <dgm:spPr/>
    </dgm:pt>
    <dgm:pt modelId="{698D23AB-AD9F-41B0-93CA-FECD747C3B6F}" type="pres">
      <dgm:prSet presAssocID="{72382F60-7243-43F9-9D34-D0063E577EFF}" presName="compositeNode" presStyleCnt="0">
        <dgm:presLayoutVars>
          <dgm:bulletEnabled val="1"/>
        </dgm:presLayoutVars>
      </dgm:prSet>
      <dgm:spPr/>
    </dgm:pt>
    <dgm:pt modelId="{966BB046-6A95-46AD-B93C-8E6B325A85D7}" type="pres">
      <dgm:prSet presAssocID="{72382F60-7243-43F9-9D34-D0063E577EFF}" presName="bgRect" presStyleLbl="alignNode1" presStyleIdx="0" presStyleCnt="4"/>
      <dgm:spPr/>
    </dgm:pt>
    <dgm:pt modelId="{C106FA1A-4495-4A16-A220-ED0C3E504E60}" type="pres">
      <dgm:prSet presAssocID="{CE055CDC-EB8C-48A4-8E57-DB1F3601D17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85A5445C-543F-4EED-AE66-715C002EAE1F}" type="pres">
      <dgm:prSet presAssocID="{72382F60-7243-43F9-9D34-D0063E577EFF}" presName="nodeRect" presStyleLbl="alignNode1" presStyleIdx="0" presStyleCnt="4">
        <dgm:presLayoutVars>
          <dgm:bulletEnabled val="1"/>
        </dgm:presLayoutVars>
      </dgm:prSet>
      <dgm:spPr/>
    </dgm:pt>
    <dgm:pt modelId="{BA5C9A86-388A-47EF-B2F0-A242FFCCB0BF}" type="pres">
      <dgm:prSet presAssocID="{CE055CDC-EB8C-48A4-8E57-DB1F3601D179}" presName="sibTrans" presStyleCnt="0"/>
      <dgm:spPr/>
    </dgm:pt>
    <dgm:pt modelId="{96F3513B-4D9A-44AC-A47F-B442F1159DC4}" type="pres">
      <dgm:prSet presAssocID="{4D757ED7-7B46-47A4-B126-64D4C23DA938}" presName="compositeNode" presStyleCnt="0">
        <dgm:presLayoutVars>
          <dgm:bulletEnabled val="1"/>
        </dgm:presLayoutVars>
      </dgm:prSet>
      <dgm:spPr/>
    </dgm:pt>
    <dgm:pt modelId="{C44FEBAA-2D68-4D4A-8F9B-4D19267A591D}" type="pres">
      <dgm:prSet presAssocID="{4D757ED7-7B46-47A4-B126-64D4C23DA938}" presName="bgRect" presStyleLbl="alignNode1" presStyleIdx="1" presStyleCnt="4"/>
      <dgm:spPr/>
    </dgm:pt>
    <dgm:pt modelId="{F4057B90-1483-45B4-BD26-09C1C1651205}" type="pres">
      <dgm:prSet presAssocID="{EE593287-EBC7-4F50-92EC-75C1430191C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35C7BC3-3075-4EEA-BA59-27268BBF031B}" type="pres">
      <dgm:prSet presAssocID="{4D757ED7-7B46-47A4-B126-64D4C23DA938}" presName="nodeRect" presStyleLbl="alignNode1" presStyleIdx="1" presStyleCnt="4">
        <dgm:presLayoutVars>
          <dgm:bulletEnabled val="1"/>
        </dgm:presLayoutVars>
      </dgm:prSet>
      <dgm:spPr/>
    </dgm:pt>
    <dgm:pt modelId="{CAB6FED3-D240-46E1-A904-0C83395A00F2}" type="pres">
      <dgm:prSet presAssocID="{EE593287-EBC7-4F50-92EC-75C1430191C8}" presName="sibTrans" presStyleCnt="0"/>
      <dgm:spPr/>
    </dgm:pt>
    <dgm:pt modelId="{5F55F820-1002-4678-BAAE-2CFEF01F47F1}" type="pres">
      <dgm:prSet presAssocID="{8D8BEA74-F490-469D-94F8-563A06393AF8}" presName="compositeNode" presStyleCnt="0">
        <dgm:presLayoutVars>
          <dgm:bulletEnabled val="1"/>
        </dgm:presLayoutVars>
      </dgm:prSet>
      <dgm:spPr/>
    </dgm:pt>
    <dgm:pt modelId="{C137DB64-DBE0-43B1-B7D7-4A714698640A}" type="pres">
      <dgm:prSet presAssocID="{8D8BEA74-F490-469D-94F8-563A06393AF8}" presName="bgRect" presStyleLbl="alignNode1" presStyleIdx="2" presStyleCnt="4"/>
      <dgm:spPr/>
    </dgm:pt>
    <dgm:pt modelId="{86EBB127-B5AA-4D7B-B260-1D5B6DBB1937}" type="pres">
      <dgm:prSet presAssocID="{C863E3A9-1B18-45F7-A0CA-0271CA68728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6338553-4448-47B6-BCA9-43E4500FAF9C}" type="pres">
      <dgm:prSet presAssocID="{8D8BEA74-F490-469D-94F8-563A06393AF8}" presName="nodeRect" presStyleLbl="alignNode1" presStyleIdx="2" presStyleCnt="4">
        <dgm:presLayoutVars>
          <dgm:bulletEnabled val="1"/>
        </dgm:presLayoutVars>
      </dgm:prSet>
      <dgm:spPr/>
    </dgm:pt>
    <dgm:pt modelId="{4B6F3D10-7C2E-4FE9-8FB2-0782D3F98F44}" type="pres">
      <dgm:prSet presAssocID="{C863E3A9-1B18-45F7-A0CA-0271CA687289}" presName="sibTrans" presStyleCnt="0"/>
      <dgm:spPr/>
    </dgm:pt>
    <dgm:pt modelId="{823127CB-DBF4-40D6-B12A-EDDFF59B4D1E}" type="pres">
      <dgm:prSet presAssocID="{DD2AB661-6FE0-47B8-809D-9E105244186B}" presName="compositeNode" presStyleCnt="0">
        <dgm:presLayoutVars>
          <dgm:bulletEnabled val="1"/>
        </dgm:presLayoutVars>
      </dgm:prSet>
      <dgm:spPr/>
    </dgm:pt>
    <dgm:pt modelId="{007B74DA-D276-4350-A85A-70664E8A0ED1}" type="pres">
      <dgm:prSet presAssocID="{DD2AB661-6FE0-47B8-809D-9E105244186B}" presName="bgRect" presStyleLbl="alignNode1" presStyleIdx="3" presStyleCnt="4"/>
      <dgm:spPr/>
    </dgm:pt>
    <dgm:pt modelId="{B8ADE38C-5F0F-4889-B3B6-7309BE1D0DE3}" type="pres">
      <dgm:prSet presAssocID="{4617801F-3E2B-4B8A-AD9F-D0C8592A887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C030EB2-3E19-434C-B71A-3519327D27AE}" type="pres">
      <dgm:prSet presAssocID="{DD2AB661-6FE0-47B8-809D-9E105244186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548C60A-954D-45B9-869B-ED4E73EFA3C7}" type="presOf" srcId="{DD2AB661-6FE0-47B8-809D-9E105244186B}" destId="{007B74DA-D276-4350-A85A-70664E8A0ED1}" srcOrd="0" destOrd="0" presId="urn:microsoft.com/office/officeart/2016/7/layout/LinearBlockProcessNumbered"/>
    <dgm:cxn modelId="{EDB4C80F-E310-4451-A537-D12644536A99}" type="presOf" srcId="{4D757ED7-7B46-47A4-B126-64D4C23DA938}" destId="{C44FEBAA-2D68-4D4A-8F9B-4D19267A591D}" srcOrd="0" destOrd="0" presId="urn:microsoft.com/office/officeart/2016/7/layout/LinearBlockProcessNumbered"/>
    <dgm:cxn modelId="{E1BE1310-9845-43C7-9F96-F1CFA3FFE9D3}" type="presOf" srcId="{72382F60-7243-43F9-9D34-D0063E577EFF}" destId="{966BB046-6A95-46AD-B93C-8E6B325A85D7}" srcOrd="0" destOrd="0" presId="urn:microsoft.com/office/officeart/2016/7/layout/LinearBlockProcessNumbered"/>
    <dgm:cxn modelId="{61BAB419-A7E9-458D-95C8-EC1150F62826}" srcId="{0E8E5196-F34C-406C-A55A-A18544473FB5}" destId="{72382F60-7243-43F9-9D34-D0063E577EFF}" srcOrd="0" destOrd="0" parTransId="{27F2FDC5-145D-4DC2-B95F-7022839C6F7C}" sibTransId="{CE055CDC-EB8C-48A4-8E57-DB1F3601D179}"/>
    <dgm:cxn modelId="{17583B1A-6D4B-4778-A4B2-AA36E5999E40}" srcId="{0E8E5196-F34C-406C-A55A-A18544473FB5}" destId="{4D757ED7-7B46-47A4-B126-64D4C23DA938}" srcOrd="1" destOrd="0" parTransId="{5C3B8C35-D29A-4396-9C88-79AA7AED66AB}" sibTransId="{EE593287-EBC7-4F50-92EC-75C1430191C8}"/>
    <dgm:cxn modelId="{A7A7D820-0224-4724-9D99-967342501B18}" type="presOf" srcId="{72382F60-7243-43F9-9D34-D0063E577EFF}" destId="{85A5445C-543F-4EED-AE66-715C002EAE1F}" srcOrd="1" destOrd="0" presId="urn:microsoft.com/office/officeart/2016/7/layout/LinearBlockProcessNumbered"/>
    <dgm:cxn modelId="{91069631-51DC-4578-8A3E-E88CC729749A}" type="presOf" srcId="{DD2AB661-6FE0-47B8-809D-9E105244186B}" destId="{9C030EB2-3E19-434C-B71A-3519327D27AE}" srcOrd="1" destOrd="0" presId="urn:microsoft.com/office/officeart/2016/7/layout/LinearBlockProcessNumbered"/>
    <dgm:cxn modelId="{A1ECAA5C-6997-45EA-9A13-C7F0E79857DB}" srcId="{0E8E5196-F34C-406C-A55A-A18544473FB5}" destId="{8D8BEA74-F490-469D-94F8-563A06393AF8}" srcOrd="2" destOrd="0" parTransId="{35EC2683-1197-46E7-94DE-4C6E8BB412C3}" sibTransId="{C863E3A9-1B18-45F7-A0CA-0271CA687289}"/>
    <dgm:cxn modelId="{144CA755-A320-4ABA-92D7-68EDAE6C0523}" type="presOf" srcId="{8D8BEA74-F490-469D-94F8-563A06393AF8}" destId="{06338553-4448-47B6-BCA9-43E4500FAF9C}" srcOrd="1" destOrd="0" presId="urn:microsoft.com/office/officeart/2016/7/layout/LinearBlockProcessNumbered"/>
    <dgm:cxn modelId="{92BB8C84-47BC-44E6-A195-A0E771498B05}" type="presOf" srcId="{EE593287-EBC7-4F50-92EC-75C1430191C8}" destId="{F4057B90-1483-45B4-BD26-09C1C1651205}" srcOrd="0" destOrd="0" presId="urn:microsoft.com/office/officeart/2016/7/layout/LinearBlockProcessNumbered"/>
    <dgm:cxn modelId="{C4758592-8F28-492C-9745-0502AFA185F2}" type="presOf" srcId="{4617801F-3E2B-4B8A-AD9F-D0C8592A887A}" destId="{B8ADE38C-5F0F-4889-B3B6-7309BE1D0DE3}" srcOrd="0" destOrd="0" presId="urn:microsoft.com/office/officeart/2016/7/layout/LinearBlockProcessNumbered"/>
    <dgm:cxn modelId="{71433FBE-75AD-4D8C-8F92-E28CA9CEE9E6}" type="presOf" srcId="{CE055CDC-EB8C-48A4-8E57-DB1F3601D179}" destId="{C106FA1A-4495-4A16-A220-ED0C3E504E60}" srcOrd="0" destOrd="0" presId="urn:microsoft.com/office/officeart/2016/7/layout/LinearBlockProcessNumbered"/>
    <dgm:cxn modelId="{FFF40FBF-E4F6-490C-89C9-0F3B2BF68902}" type="presOf" srcId="{4D757ED7-7B46-47A4-B126-64D4C23DA938}" destId="{B35C7BC3-3075-4EEA-BA59-27268BBF031B}" srcOrd="1" destOrd="0" presId="urn:microsoft.com/office/officeart/2016/7/layout/LinearBlockProcessNumbered"/>
    <dgm:cxn modelId="{040259E4-63BC-4467-97F4-B356B57CFE4A}" type="presOf" srcId="{8D8BEA74-F490-469D-94F8-563A06393AF8}" destId="{C137DB64-DBE0-43B1-B7D7-4A714698640A}" srcOrd="0" destOrd="0" presId="urn:microsoft.com/office/officeart/2016/7/layout/LinearBlockProcessNumbered"/>
    <dgm:cxn modelId="{DEE953F2-A82E-464F-A2DE-82A010865849}" srcId="{0E8E5196-F34C-406C-A55A-A18544473FB5}" destId="{DD2AB661-6FE0-47B8-809D-9E105244186B}" srcOrd="3" destOrd="0" parTransId="{B1F1782E-1D8B-4BF8-9739-7355F55A8DE4}" sibTransId="{4617801F-3E2B-4B8A-AD9F-D0C8592A887A}"/>
    <dgm:cxn modelId="{F1A76CF3-2692-4EAB-B143-3B5D1A6B63B1}" type="presOf" srcId="{0E8E5196-F34C-406C-A55A-A18544473FB5}" destId="{7539CEF7-64CB-4162-8507-0FD5ECAECCF0}" srcOrd="0" destOrd="0" presId="urn:microsoft.com/office/officeart/2016/7/layout/LinearBlockProcessNumbered"/>
    <dgm:cxn modelId="{0DBAA8FF-060F-4F48-82C3-5A2435D6879A}" type="presOf" srcId="{C863E3A9-1B18-45F7-A0CA-0271CA687289}" destId="{86EBB127-B5AA-4D7B-B260-1D5B6DBB1937}" srcOrd="0" destOrd="0" presId="urn:microsoft.com/office/officeart/2016/7/layout/LinearBlockProcessNumbered"/>
    <dgm:cxn modelId="{C446C9A6-FE92-46A4-A2E1-925C76B8638E}" type="presParOf" srcId="{7539CEF7-64CB-4162-8507-0FD5ECAECCF0}" destId="{698D23AB-AD9F-41B0-93CA-FECD747C3B6F}" srcOrd="0" destOrd="0" presId="urn:microsoft.com/office/officeart/2016/7/layout/LinearBlockProcessNumbered"/>
    <dgm:cxn modelId="{54177493-B463-4395-82E2-863588B23780}" type="presParOf" srcId="{698D23AB-AD9F-41B0-93CA-FECD747C3B6F}" destId="{966BB046-6A95-46AD-B93C-8E6B325A85D7}" srcOrd="0" destOrd="0" presId="urn:microsoft.com/office/officeart/2016/7/layout/LinearBlockProcessNumbered"/>
    <dgm:cxn modelId="{1FC24B70-4A41-4D7F-8CCC-09BBC2384253}" type="presParOf" srcId="{698D23AB-AD9F-41B0-93CA-FECD747C3B6F}" destId="{C106FA1A-4495-4A16-A220-ED0C3E504E60}" srcOrd="1" destOrd="0" presId="urn:microsoft.com/office/officeart/2016/7/layout/LinearBlockProcessNumbered"/>
    <dgm:cxn modelId="{95F42EA1-933D-4186-B2AB-CD11CA5A9DC4}" type="presParOf" srcId="{698D23AB-AD9F-41B0-93CA-FECD747C3B6F}" destId="{85A5445C-543F-4EED-AE66-715C002EAE1F}" srcOrd="2" destOrd="0" presId="urn:microsoft.com/office/officeart/2016/7/layout/LinearBlockProcessNumbered"/>
    <dgm:cxn modelId="{7587B42F-026C-42E0-9721-817E31EAA916}" type="presParOf" srcId="{7539CEF7-64CB-4162-8507-0FD5ECAECCF0}" destId="{BA5C9A86-388A-47EF-B2F0-A242FFCCB0BF}" srcOrd="1" destOrd="0" presId="urn:microsoft.com/office/officeart/2016/7/layout/LinearBlockProcessNumbered"/>
    <dgm:cxn modelId="{6A9AD626-5002-4C21-AB09-E9F6784455B3}" type="presParOf" srcId="{7539CEF7-64CB-4162-8507-0FD5ECAECCF0}" destId="{96F3513B-4D9A-44AC-A47F-B442F1159DC4}" srcOrd="2" destOrd="0" presId="urn:microsoft.com/office/officeart/2016/7/layout/LinearBlockProcessNumbered"/>
    <dgm:cxn modelId="{B92BFD10-05E4-47DF-BD6B-209B8BD195BB}" type="presParOf" srcId="{96F3513B-4D9A-44AC-A47F-B442F1159DC4}" destId="{C44FEBAA-2D68-4D4A-8F9B-4D19267A591D}" srcOrd="0" destOrd="0" presId="urn:microsoft.com/office/officeart/2016/7/layout/LinearBlockProcessNumbered"/>
    <dgm:cxn modelId="{3A5D8E79-D8FF-403D-A362-71CBCE5E774A}" type="presParOf" srcId="{96F3513B-4D9A-44AC-A47F-B442F1159DC4}" destId="{F4057B90-1483-45B4-BD26-09C1C1651205}" srcOrd="1" destOrd="0" presId="urn:microsoft.com/office/officeart/2016/7/layout/LinearBlockProcessNumbered"/>
    <dgm:cxn modelId="{815D6D90-A93D-4351-BAEC-6FE06D25543E}" type="presParOf" srcId="{96F3513B-4D9A-44AC-A47F-B442F1159DC4}" destId="{B35C7BC3-3075-4EEA-BA59-27268BBF031B}" srcOrd="2" destOrd="0" presId="urn:microsoft.com/office/officeart/2016/7/layout/LinearBlockProcessNumbered"/>
    <dgm:cxn modelId="{80024545-1ABD-4C03-BA52-9A70AA6E5088}" type="presParOf" srcId="{7539CEF7-64CB-4162-8507-0FD5ECAECCF0}" destId="{CAB6FED3-D240-46E1-A904-0C83395A00F2}" srcOrd="3" destOrd="0" presId="urn:microsoft.com/office/officeart/2016/7/layout/LinearBlockProcessNumbered"/>
    <dgm:cxn modelId="{71640679-4E8A-4A08-B989-47AFEA6DAA66}" type="presParOf" srcId="{7539CEF7-64CB-4162-8507-0FD5ECAECCF0}" destId="{5F55F820-1002-4678-BAAE-2CFEF01F47F1}" srcOrd="4" destOrd="0" presId="urn:microsoft.com/office/officeart/2016/7/layout/LinearBlockProcessNumbered"/>
    <dgm:cxn modelId="{3DB6E7EB-E526-48A5-A9D1-3130F51095F9}" type="presParOf" srcId="{5F55F820-1002-4678-BAAE-2CFEF01F47F1}" destId="{C137DB64-DBE0-43B1-B7D7-4A714698640A}" srcOrd="0" destOrd="0" presId="urn:microsoft.com/office/officeart/2016/7/layout/LinearBlockProcessNumbered"/>
    <dgm:cxn modelId="{7ACAFF4B-1834-43D8-9664-651681F00477}" type="presParOf" srcId="{5F55F820-1002-4678-BAAE-2CFEF01F47F1}" destId="{86EBB127-B5AA-4D7B-B260-1D5B6DBB1937}" srcOrd="1" destOrd="0" presId="urn:microsoft.com/office/officeart/2016/7/layout/LinearBlockProcessNumbered"/>
    <dgm:cxn modelId="{5556995F-E7D9-46E5-A7F2-03FB7C6A905F}" type="presParOf" srcId="{5F55F820-1002-4678-BAAE-2CFEF01F47F1}" destId="{06338553-4448-47B6-BCA9-43E4500FAF9C}" srcOrd="2" destOrd="0" presId="urn:microsoft.com/office/officeart/2016/7/layout/LinearBlockProcessNumbered"/>
    <dgm:cxn modelId="{A90F84E3-9E32-4558-9F99-76182B240527}" type="presParOf" srcId="{7539CEF7-64CB-4162-8507-0FD5ECAECCF0}" destId="{4B6F3D10-7C2E-4FE9-8FB2-0782D3F98F44}" srcOrd="5" destOrd="0" presId="urn:microsoft.com/office/officeart/2016/7/layout/LinearBlockProcessNumbered"/>
    <dgm:cxn modelId="{E859AA0C-557D-4C74-A240-4DAA587346E1}" type="presParOf" srcId="{7539CEF7-64CB-4162-8507-0FD5ECAECCF0}" destId="{823127CB-DBF4-40D6-B12A-EDDFF59B4D1E}" srcOrd="6" destOrd="0" presId="urn:microsoft.com/office/officeart/2016/7/layout/LinearBlockProcessNumbered"/>
    <dgm:cxn modelId="{32FB1C57-23E9-492D-B7FA-27CD3200998C}" type="presParOf" srcId="{823127CB-DBF4-40D6-B12A-EDDFF59B4D1E}" destId="{007B74DA-D276-4350-A85A-70664E8A0ED1}" srcOrd="0" destOrd="0" presId="urn:microsoft.com/office/officeart/2016/7/layout/LinearBlockProcessNumbered"/>
    <dgm:cxn modelId="{94B8FA79-10F1-47EC-B5F2-24986B006608}" type="presParOf" srcId="{823127CB-DBF4-40D6-B12A-EDDFF59B4D1E}" destId="{B8ADE38C-5F0F-4889-B3B6-7309BE1D0DE3}" srcOrd="1" destOrd="0" presId="urn:microsoft.com/office/officeart/2016/7/layout/LinearBlockProcessNumbered"/>
    <dgm:cxn modelId="{BD5BF02C-FF94-40A0-A484-F7D7F003EE72}" type="presParOf" srcId="{823127CB-DBF4-40D6-B12A-EDDFF59B4D1E}" destId="{9C030EB2-3E19-434C-B71A-3519327D27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E8E5196-F34C-406C-A55A-A18544473F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82F60-7243-43F9-9D34-D0063E577EF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기준정의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Pass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/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Fail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라벨 값은 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-1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(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불량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)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또는 </a:t>
          </a:r>
          <a:r>
            <a:rPr lang="en-US" altLang="ko-KR" sz="1500">
              <a:solidFill>
                <a:schemeClr val="bg1"/>
              </a:solidFill>
              <a:latin typeface="Malgun Gothic"/>
              <a:ea typeface="Malgun Gothic"/>
            </a:rPr>
            <a:t>1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(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양품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)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만 허용</a:t>
          </a:r>
          <a:endParaRPr lang="en-US" sz="1500">
            <a:latin typeface="Malgun Gothic"/>
            <a:ea typeface="Malgun Gothic"/>
          </a:endParaRPr>
        </a:p>
      </dgm:t>
    </dgm:pt>
    <dgm:pt modelId="{27F2FDC5-145D-4DC2-B95F-7022839C6F7C}" type="parTrans" cxnId="{61BAB419-A7E9-458D-95C8-EC1150F62826}">
      <dgm:prSet/>
      <dgm:spPr/>
      <dgm:t>
        <a:bodyPr/>
        <a:lstStyle/>
        <a:p>
          <a:endParaRPr lang="en-US"/>
        </a:p>
      </dgm:t>
    </dgm:pt>
    <dgm:pt modelId="{CE055CDC-EB8C-48A4-8E57-DB1F3601D179}" type="sibTrans" cxnId="{61BAB419-A7E9-458D-95C8-EC1150F6282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D757ED7-7B46-47A4-B126-64D4C23DA93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위반 유형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정의되지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 않은값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(0, </a:t>
          </a:r>
          <a:r>
            <a:rPr lang="ko-KR" altLang="en-US" sz="1500">
              <a:solidFill>
                <a:schemeClr val="bg1"/>
              </a:solidFill>
              <a:latin typeface="Malgun Gothic"/>
              <a:ea typeface="Malgun Gothic"/>
            </a:rPr>
            <a:t>기타 수치 등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)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존재</a:t>
          </a:r>
          <a:endParaRPr lang="en-US" sz="1500">
            <a:latin typeface="Malgun Gothic"/>
            <a:ea typeface="Malgun Gothic"/>
          </a:endParaRPr>
        </a:p>
      </dgm:t>
    </dgm:pt>
    <dgm:pt modelId="{5C3B8C35-D29A-4396-9C88-79AA7AED66AB}" type="parTrans" cxnId="{17583B1A-6D4B-4778-A4B2-AA36E5999E40}">
      <dgm:prSet/>
      <dgm:spPr/>
      <dgm:t>
        <a:bodyPr/>
        <a:lstStyle/>
        <a:p>
          <a:endParaRPr lang="en-US"/>
        </a:p>
      </dgm:t>
    </dgm:pt>
    <dgm:pt modelId="{EE593287-EBC7-4F50-92EC-75C1430191C8}" type="sibTrans" cxnId="{17583B1A-6D4B-4778-A4B2-AA36E5999E4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D8BEA74-F490-469D-94F8-563A06393AF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설계 의도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라벨의 의미적 해적 가능성 확보</a:t>
          </a:r>
          <a:endParaRPr lang="en-US" sz="1500">
            <a:latin typeface="Malgun Gothic"/>
            <a:ea typeface="Malgun Gothic"/>
          </a:endParaRPr>
        </a:p>
      </dgm:t>
    </dgm:pt>
    <dgm:pt modelId="{35EC2683-1197-46E7-94DE-4C6E8BB412C3}" type="parTrans" cxnId="{A1ECAA5C-6997-45EA-9A13-C7F0E79857DB}">
      <dgm:prSet/>
      <dgm:spPr/>
      <dgm:t>
        <a:bodyPr/>
        <a:lstStyle/>
        <a:p>
          <a:endParaRPr lang="en-US"/>
        </a:p>
      </dgm:t>
    </dgm:pt>
    <dgm:pt modelId="{C863E3A9-1B18-45F7-A0CA-0271CA687289}" type="sibTrans" cxnId="{A1ECAA5C-6997-45EA-9A13-C7F0E79857D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D2AB661-6FE0-47B8-809D-9E105244186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조치원칙 </a:t>
          </a:r>
          <a:r>
            <a:rPr lang="en-US" sz="15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500">
              <a:solidFill>
                <a:schemeClr val="bg1"/>
              </a:solidFill>
              <a:latin typeface="Malgun Gothic"/>
              <a:ea typeface="Malgun Gothic"/>
            </a:rPr>
            <a:t>허용 범위를 벗어난 라벨을 가진 데이터 제거</a:t>
          </a:r>
          <a:endParaRPr lang="en-US" sz="1500">
            <a:solidFill>
              <a:schemeClr val="bg1"/>
            </a:solidFill>
            <a:latin typeface="Malgun Gothic"/>
            <a:ea typeface="Malgun Gothic"/>
          </a:endParaRPr>
        </a:p>
      </dgm:t>
    </dgm:pt>
    <dgm:pt modelId="{B1F1782E-1D8B-4BF8-9739-7355F55A8DE4}" type="parTrans" cxnId="{DEE953F2-A82E-464F-A2DE-82A010865849}">
      <dgm:prSet/>
      <dgm:spPr/>
      <dgm:t>
        <a:bodyPr/>
        <a:lstStyle/>
        <a:p>
          <a:endParaRPr lang="en-US"/>
        </a:p>
      </dgm:t>
    </dgm:pt>
    <dgm:pt modelId="{4617801F-3E2B-4B8A-AD9F-D0C8592A887A}" type="sibTrans" cxnId="{DEE953F2-A82E-464F-A2DE-82A01086584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539CEF7-64CB-4162-8507-0FD5ECAECCF0}" type="pres">
      <dgm:prSet presAssocID="{0E8E5196-F34C-406C-A55A-A18544473FB5}" presName="Name0" presStyleCnt="0">
        <dgm:presLayoutVars>
          <dgm:animLvl val="lvl"/>
          <dgm:resizeHandles val="exact"/>
        </dgm:presLayoutVars>
      </dgm:prSet>
      <dgm:spPr/>
    </dgm:pt>
    <dgm:pt modelId="{698D23AB-AD9F-41B0-93CA-FECD747C3B6F}" type="pres">
      <dgm:prSet presAssocID="{72382F60-7243-43F9-9D34-D0063E577EFF}" presName="compositeNode" presStyleCnt="0">
        <dgm:presLayoutVars>
          <dgm:bulletEnabled val="1"/>
        </dgm:presLayoutVars>
      </dgm:prSet>
      <dgm:spPr/>
    </dgm:pt>
    <dgm:pt modelId="{966BB046-6A95-46AD-B93C-8E6B325A85D7}" type="pres">
      <dgm:prSet presAssocID="{72382F60-7243-43F9-9D34-D0063E577EFF}" presName="bgRect" presStyleLbl="alignNode1" presStyleIdx="0" presStyleCnt="4"/>
      <dgm:spPr/>
    </dgm:pt>
    <dgm:pt modelId="{C106FA1A-4495-4A16-A220-ED0C3E504E60}" type="pres">
      <dgm:prSet presAssocID="{CE055CDC-EB8C-48A4-8E57-DB1F3601D17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85A5445C-543F-4EED-AE66-715C002EAE1F}" type="pres">
      <dgm:prSet presAssocID="{72382F60-7243-43F9-9D34-D0063E577EFF}" presName="nodeRect" presStyleLbl="alignNode1" presStyleIdx="0" presStyleCnt="4">
        <dgm:presLayoutVars>
          <dgm:bulletEnabled val="1"/>
        </dgm:presLayoutVars>
      </dgm:prSet>
      <dgm:spPr/>
    </dgm:pt>
    <dgm:pt modelId="{BA5C9A86-388A-47EF-B2F0-A242FFCCB0BF}" type="pres">
      <dgm:prSet presAssocID="{CE055CDC-EB8C-48A4-8E57-DB1F3601D179}" presName="sibTrans" presStyleCnt="0"/>
      <dgm:spPr/>
    </dgm:pt>
    <dgm:pt modelId="{96F3513B-4D9A-44AC-A47F-B442F1159DC4}" type="pres">
      <dgm:prSet presAssocID="{4D757ED7-7B46-47A4-B126-64D4C23DA938}" presName="compositeNode" presStyleCnt="0">
        <dgm:presLayoutVars>
          <dgm:bulletEnabled val="1"/>
        </dgm:presLayoutVars>
      </dgm:prSet>
      <dgm:spPr/>
    </dgm:pt>
    <dgm:pt modelId="{C44FEBAA-2D68-4D4A-8F9B-4D19267A591D}" type="pres">
      <dgm:prSet presAssocID="{4D757ED7-7B46-47A4-B126-64D4C23DA938}" presName="bgRect" presStyleLbl="alignNode1" presStyleIdx="1" presStyleCnt="4"/>
      <dgm:spPr/>
    </dgm:pt>
    <dgm:pt modelId="{F4057B90-1483-45B4-BD26-09C1C1651205}" type="pres">
      <dgm:prSet presAssocID="{EE593287-EBC7-4F50-92EC-75C1430191C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35C7BC3-3075-4EEA-BA59-27268BBF031B}" type="pres">
      <dgm:prSet presAssocID="{4D757ED7-7B46-47A4-B126-64D4C23DA938}" presName="nodeRect" presStyleLbl="alignNode1" presStyleIdx="1" presStyleCnt="4">
        <dgm:presLayoutVars>
          <dgm:bulletEnabled val="1"/>
        </dgm:presLayoutVars>
      </dgm:prSet>
      <dgm:spPr/>
    </dgm:pt>
    <dgm:pt modelId="{CAB6FED3-D240-46E1-A904-0C83395A00F2}" type="pres">
      <dgm:prSet presAssocID="{EE593287-EBC7-4F50-92EC-75C1430191C8}" presName="sibTrans" presStyleCnt="0"/>
      <dgm:spPr/>
    </dgm:pt>
    <dgm:pt modelId="{5F55F820-1002-4678-BAAE-2CFEF01F47F1}" type="pres">
      <dgm:prSet presAssocID="{8D8BEA74-F490-469D-94F8-563A06393AF8}" presName="compositeNode" presStyleCnt="0">
        <dgm:presLayoutVars>
          <dgm:bulletEnabled val="1"/>
        </dgm:presLayoutVars>
      </dgm:prSet>
      <dgm:spPr/>
    </dgm:pt>
    <dgm:pt modelId="{C137DB64-DBE0-43B1-B7D7-4A714698640A}" type="pres">
      <dgm:prSet presAssocID="{8D8BEA74-F490-469D-94F8-563A06393AF8}" presName="bgRect" presStyleLbl="alignNode1" presStyleIdx="2" presStyleCnt="4"/>
      <dgm:spPr/>
    </dgm:pt>
    <dgm:pt modelId="{86EBB127-B5AA-4D7B-B260-1D5B6DBB1937}" type="pres">
      <dgm:prSet presAssocID="{C863E3A9-1B18-45F7-A0CA-0271CA68728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6338553-4448-47B6-BCA9-43E4500FAF9C}" type="pres">
      <dgm:prSet presAssocID="{8D8BEA74-F490-469D-94F8-563A06393AF8}" presName="nodeRect" presStyleLbl="alignNode1" presStyleIdx="2" presStyleCnt="4">
        <dgm:presLayoutVars>
          <dgm:bulletEnabled val="1"/>
        </dgm:presLayoutVars>
      </dgm:prSet>
      <dgm:spPr/>
    </dgm:pt>
    <dgm:pt modelId="{4B6F3D10-7C2E-4FE9-8FB2-0782D3F98F44}" type="pres">
      <dgm:prSet presAssocID="{C863E3A9-1B18-45F7-A0CA-0271CA687289}" presName="sibTrans" presStyleCnt="0"/>
      <dgm:spPr/>
    </dgm:pt>
    <dgm:pt modelId="{823127CB-DBF4-40D6-B12A-EDDFF59B4D1E}" type="pres">
      <dgm:prSet presAssocID="{DD2AB661-6FE0-47B8-809D-9E105244186B}" presName="compositeNode" presStyleCnt="0">
        <dgm:presLayoutVars>
          <dgm:bulletEnabled val="1"/>
        </dgm:presLayoutVars>
      </dgm:prSet>
      <dgm:spPr/>
    </dgm:pt>
    <dgm:pt modelId="{007B74DA-D276-4350-A85A-70664E8A0ED1}" type="pres">
      <dgm:prSet presAssocID="{DD2AB661-6FE0-47B8-809D-9E105244186B}" presName="bgRect" presStyleLbl="alignNode1" presStyleIdx="3" presStyleCnt="4"/>
      <dgm:spPr/>
    </dgm:pt>
    <dgm:pt modelId="{B8ADE38C-5F0F-4889-B3B6-7309BE1D0DE3}" type="pres">
      <dgm:prSet presAssocID="{4617801F-3E2B-4B8A-AD9F-D0C8592A887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C030EB2-3E19-434C-B71A-3519327D27AE}" type="pres">
      <dgm:prSet presAssocID="{DD2AB661-6FE0-47B8-809D-9E105244186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1E1CA06-665E-49C8-8F4E-9A77BED0C30B}" type="presOf" srcId="{8D8BEA74-F490-469D-94F8-563A06393AF8}" destId="{06338553-4448-47B6-BCA9-43E4500FAF9C}" srcOrd="1" destOrd="0" presId="urn:microsoft.com/office/officeart/2016/7/layout/LinearBlockProcessNumbered"/>
    <dgm:cxn modelId="{61BAB419-A7E9-458D-95C8-EC1150F62826}" srcId="{0E8E5196-F34C-406C-A55A-A18544473FB5}" destId="{72382F60-7243-43F9-9D34-D0063E577EFF}" srcOrd="0" destOrd="0" parTransId="{27F2FDC5-145D-4DC2-B95F-7022839C6F7C}" sibTransId="{CE055CDC-EB8C-48A4-8E57-DB1F3601D179}"/>
    <dgm:cxn modelId="{17583B1A-6D4B-4778-A4B2-AA36E5999E40}" srcId="{0E8E5196-F34C-406C-A55A-A18544473FB5}" destId="{4D757ED7-7B46-47A4-B126-64D4C23DA938}" srcOrd="1" destOrd="0" parTransId="{5C3B8C35-D29A-4396-9C88-79AA7AED66AB}" sibTransId="{EE593287-EBC7-4F50-92EC-75C1430191C8}"/>
    <dgm:cxn modelId="{AF787E33-AF2B-4B1C-B230-DE41C6B22636}" type="presOf" srcId="{72382F60-7243-43F9-9D34-D0063E577EFF}" destId="{85A5445C-543F-4EED-AE66-715C002EAE1F}" srcOrd="1" destOrd="0" presId="urn:microsoft.com/office/officeart/2016/7/layout/LinearBlockProcessNumbered"/>
    <dgm:cxn modelId="{A1ECAA5C-6997-45EA-9A13-C7F0E79857DB}" srcId="{0E8E5196-F34C-406C-A55A-A18544473FB5}" destId="{8D8BEA74-F490-469D-94F8-563A06393AF8}" srcOrd="2" destOrd="0" parTransId="{35EC2683-1197-46E7-94DE-4C6E8BB412C3}" sibTransId="{C863E3A9-1B18-45F7-A0CA-0271CA687289}"/>
    <dgm:cxn modelId="{DD4AAB45-665B-43EB-B107-7D73C8DA1F4C}" type="presOf" srcId="{DD2AB661-6FE0-47B8-809D-9E105244186B}" destId="{007B74DA-D276-4350-A85A-70664E8A0ED1}" srcOrd="0" destOrd="0" presId="urn:microsoft.com/office/officeart/2016/7/layout/LinearBlockProcessNumbered"/>
    <dgm:cxn modelId="{2557D245-6AC7-4CD1-BFBB-E45CED908A96}" type="presOf" srcId="{C863E3A9-1B18-45F7-A0CA-0271CA687289}" destId="{86EBB127-B5AA-4D7B-B260-1D5B6DBB1937}" srcOrd="0" destOrd="0" presId="urn:microsoft.com/office/officeart/2016/7/layout/LinearBlockProcessNumbered"/>
    <dgm:cxn modelId="{8519654D-9E99-4A20-98CB-D740325A0123}" type="presOf" srcId="{4D757ED7-7B46-47A4-B126-64D4C23DA938}" destId="{C44FEBAA-2D68-4D4A-8F9B-4D19267A591D}" srcOrd="0" destOrd="0" presId="urn:microsoft.com/office/officeart/2016/7/layout/LinearBlockProcessNumbered"/>
    <dgm:cxn modelId="{AB5D5C72-E734-4BE6-B5C0-21889E2F4D11}" type="presOf" srcId="{8D8BEA74-F490-469D-94F8-563A06393AF8}" destId="{C137DB64-DBE0-43B1-B7D7-4A714698640A}" srcOrd="0" destOrd="0" presId="urn:microsoft.com/office/officeart/2016/7/layout/LinearBlockProcessNumbered"/>
    <dgm:cxn modelId="{DDF59D8D-14B6-4169-B3D9-7987B90EC5BB}" type="presOf" srcId="{DD2AB661-6FE0-47B8-809D-9E105244186B}" destId="{9C030EB2-3E19-434C-B71A-3519327D27AE}" srcOrd="1" destOrd="0" presId="urn:microsoft.com/office/officeart/2016/7/layout/LinearBlockProcessNumbered"/>
    <dgm:cxn modelId="{B7AC9D97-BDC8-42EB-BB2A-7D150918FB02}" type="presOf" srcId="{4617801F-3E2B-4B8A-AD9F-D0C8592A887A}" destId="{B8ADE38C-5F0F-4889-B3B6-7309BE1D0DE3}" srcOrd="0" destOrd="0" presId="urn:microsoft.com/office/officeart/2016/7/layout/LinearBlockProcessNumbered"/>
    <dgm:cxn modelId="{66C151AF-D2CD-4866-8C7E-588085F8646A}" type="presOf" srcId="{EE593287-EBC7-4F50-92EC-75C1430191C8}" destId="{F4057B90-1483-45B4-BD26-09C1C1651205}" srcOrd="0" destOrd="0" presId="urn:microsoft.com/office/officeart/2016/7/layout/LinearBlockProcessNumbered"/>
    <dgm:cxn modelId="{EFF0B1BE-B0E9-4B53-B2D7-511708984085}" type="presOf" srcId="{72382F60-7243-43F9-9D34-D0063E577EFF}" destId="{966BB046-6A95-46AD-B93C-8E6B325A85D7}" srcOrd="0" destOrd="0" presId="urn:microsoft.com/office/officeart/2016/7/layout/LinearBlockProcessNumbered"/>
    <dgm:cxn modelId="{33EF5DCB-1633-4467-BE65-1B1154FC8453}" type="presOf" srcId="{4D757ED7-7B46-47A4-B126-64D4C23DA938}" destId="{B35C7BC3-3075-4EEA-BA59-27268BBF031B}" srcOrd="1" destOrd="0" presId="urn:microsoft.com/office/officeart/2016/7/layout/LinearBlockProcessNumbered"/>
    <dgm:cxn modelId="{CA8B79E9-D066-4F83-8995-39D56D86C3C3}" type="presOf" srcId="{CE055CDC-EB8C-48A4-8E57-DB1F3601D179}" destId="{C106FA1A-4495-4A16-A220-ED0C3E504E60}" srcOrd="0" destOrd="0" presId="urn:microsoft.com/office/officeart/2016/7/layout/LinearBlockProcessNumbered"/>
    <dgm:cxn modelId="{DEE953F2-A82E-464F-A2DE-82A010865849}" srcId="{0E8E5196-F34C-406C-A55A-A18544473FB5}" destId="{DD2AB661-6FE0-47B8-809D-9E105244186B}" srcOrd="3" destOrd="0" parTransId="{B1F1782E-1D8B-4BF8-9739-7355F55A8DE4}" sibTransId="{4617801F-3E2B-4B8A-AD9F-D0C8592A887A}"/>
    <dgm:cxn modelId="{F1A76CF3-2692-4EAB-B143-3B5D1A6B63B1}" type="presOf" srcId="{0E8E5196-F34C-406C-A55A-A18544473FB5}" destId="{7539CEF7-64CB-4162-8507-0FD5ECAECCF0}" srcOrd="0" destOrd="0" presId="urn:microsoft.com/office/officeart/2016/7/layout/LinearBlockProcessNumbered"/>
    <dgm:cxn modelId="{63129754-6D6E-4ED8-B1CA-6DB624EAD414}" type="presParOf" srcId="{7539CEF7-64CB-4162-8507-0FD5ECAECCF0}" destId="{698D23AB-AD9F-41B0-93CA-FECD747C3B6F}" srcOrd="0" destOrd="0" presId="urn:microsoft.com/office/officeart/2016/7/layout/LinearBlockProcessNumbered"/>
    <dgm:cxn modelId="{92D29C15-8EC0-4327-8DFE-8494A41F2A3D}" type="presParOf" srcId="{698D23AB-AD9F-41B0-93CA-FECD747C3B6F}" destId="{966BB046-6A95-46AD-B93C-8E6B325A85D7}" srcOrd="0" destOrd="0" presId="urn:microsoft.com/office/officeart/2016/7/layout/LinearBlockProcessNumbered"/>
    <dgm:cxn modelId="{98DC21DB-741F-4DBA-8139-7F2E1FCC79CD}" type="presParOf" srcId="{698D23AB-AD9F-41B0-93CA-FECD747C3B6F}" destId="{C106FA1A-4495-4A16-A220-ED0C3E504E60}" srcOrd="1" destOrd="0" presId="urn:microsoft.com/office/officeart/2016/7/layout/LinearBlockProcessNumbered"/>
    <dgm:cxn modelId="{2E588CB8-4E31-4ACA-A98E-174BC38D1F01}" type="presParOf" srcId="{698D23AB-AD9F-41B0-93CA-FECD747C3B6F}" destId="{85A5445C-543F-4EED-AE66-715C002EAE1F}" srcOrd="2" destOrd="0" presId="urn:microsoft.com/office/officeart/2016/7/layout/LinearBlockProcessNumbered"/>
    <dgm:cxn modelId="{FE409EEA-08F2-4960-A4A2-AA9F8EEEBD0B}" type="presParOf" srcId="{7539CEF7-64CB-4162-8507-0FD5ECAECCF0}" destId="{BA5C9A86-388A-47EF-B2F0-A242FFCCB0BF}" srcOrd="1" destOrd="0" presId="urn:microsoft.com/office/officeart/2016/7/layout/LinearBlockProcessNumbered"/>
    <dgm:cxn modelId="{285D6102-EDAC-4207-9ADA-3C12F90590BB}" type="presParOf" srcId="{7539CEF7-64CB-4162-8507-0FD5ECAECCF0}" destId="{96F3513B-4D9A-44AC-A47F-B442F1159DC4}" srcOrd="2" destOrd="0" presId="urn:microsoft.com/office/officeart/2016/7/layout/LinearBlockProcessNumbered"/>
    <dgm:cxn modelId="{40E80A95-7D17-4050-AF9E-8D2A2D398360}" type="presParOf" srcId="{96F3513B-4D9A-44AC-A47F-B442F1159DC4}" destId="{C44FEBAA-2D68-4D4A-8F9B-4D19267A591D}" srcOrd="0" destOrd="0" presId="urn:microsoft.com/office/officeart/2016/7/layout/LinearBlockProcessNumbered"/>
    <dgm:cxn modelId="{9DED2CB8-E25F-4911-9FE9-A84AD097A735}" type="presParOf" srcId="{96F3513B-4D9A-44AC-A47F-B442F1159DC4}" destId="{F4057B90-1483-45B4-BD26-09C1C1651205}" srcOrd="1" destOrd="0" presId="urn:microsoft.com/office/officeart/2016/7/layout/LinearBlockProcessNumbered"/>
    <dgm:cxn modelId="{EB17F91C-CC06-4C50-B2C0-02C2BBF6F090}" type="presParOf" srcId="{96F3513B-4D9A-44AC-A47F-B442F1159DC4}" destId="{B35C7BC3-3075-4EEA-BA59-27268BBF031B}" srcOrd="2" destOrd="0" presId="urn:microsoft.com/office/officeart/2016/7/layout/LinearBlockProcessNumbered"/>
    <dgm:cxn modelId="{88FE50D3-213E-4B90-802D-B451855C9773}" type="presParOf" srcId="{7539CEF7-64CB-4162-8507-0FD5ECAECCF0}" destId="{CAB6FED3-D240-46E1-A904-0C83395A00F2}" srcOrd="3" destOrd="0" presId="urn:microsoft.com/office/officeart/2016/7/layout/LinearBlockProcessNumbered"/>
    <dgm:cxn modelId="{21E29F99-015F-43BC-A7B8-5361B2D2134E}" type="presParOf" srcId="{7539CEF7-64CB-4162-8507-0FD5ECAECCF0}" destId="{5F55F820-1002-4678-BAAE-2CFEF01F47F1}" srcOrd="4" destOrd="0" presId="urn:microsoft.com/office/officeart/2016/7/layout/LinearBlockProcessNumbered"/>
    <dgm:cxn modelId="{406F56A8-A6C1-42EA-A6BA-1715D71E1008}" type="presParOf" srcId="{5F55F820-1002-4678-BAAE-2CFEF01F47F1}" destId="{C137DB64-DBE0-43B1-B7D7-4A714698640A}" srcOrd="0" destOrd="0" presId="urn:microsoft.com/office/officeart/2016/7/layout/LinearBlockProcessNumbered"/>
    <dgm:cxn modelId="{CC2BAD9A-D567-4FE8-94C5-C3C8C88DAD64}" type="presParOf" srcId="{5F55F820-1002-4678-BAAE-2CFEF01F47F1}" destId="{86EBB127-B5AA-4D7B-B260-1D5B6DBB1937}" srcOrd="1" destOrd="0" presId="urn:microsoft.com/office/officeart/2016/7/layout/LinearBlockProcessNumbered"/>
    <dgm:cxn modelId="{A9C8D6D0-9D5C-4789-A2AB-8B86EDE91F35}" type="presParOf" srcId="{5F55F820-1002-4678-BAAE-2CFEF01F47F1}" destId="{06338553-4448-47B6-BCA9-43E4500FAF9C}" srcOrd="2" destOrd="0" presId="urn:microsoft.com/office/officeart/2016/7/layout/LinearBlockProcessNumbered"/>
    <dgm:cxn modelId="{F33D441D-1ADF-4946-A806-A95846F1410F}" type="presParOf" srcId="{7539CEF7-64CB-4162-8507-0FD5ECAECCF0}" destId="{4B6F3D10-7C2E-4FE9-8FB2-0782D3F98F44}" srcOrd="5" destOrd="0" presId="urn:microsoft.com/office/officeart/2016/7/layout/LinearBlockProcessNumbered"/>
    <dgm:cxn modelId="{829AE6C8-6DF9-436D-A8CF-6D465F500D3D}" type="presParOf" srcId="{7539CEF7-64CB-4162-8507-0FD5ECAECCF0}" destId="{823127CB-DBF4-40D6-B12A-EDDFF59B4D1E}" srcOrd="6" destOrd="0" presId="urn:microsoft.com/office/officeart/2016/7/layout/LinearBlockProcessNumbered"/>
    <dgm:cxn modelId="{E2705900-49D4-456B-BA39-A95A9F6C7AC2}" type="presParOf" srcId="{823127CB-DBF4-40D6-B12A-EDDFF59B4D1E}" destId="{007B74DA-D276-4350-A85A-70664E8A0ED1}" srcOrd="0" destOrd="0" presId="urn:microsoft.com/office/officeart/2016/7/layout/LinearBlockProcessNumbered"/>
    <dgm:cxn modelId="{AB7CDE46-0243-4E2A-A3F4-02FFBBCE9CEC}" type="presParOf" srcId="{823127CB-DBF4-40D6-B12A-EDDFF59B4D1E}" destId="{B8ADE38C-5F0F-4889-B3B6-7309BE1D0DE3}" srcOrd="1" destOrd="0" presId="urn:microsoft.com/office/officeart/2016/7/layout/LinearBlockProcessNumbered"/>
    <dgm:cxn modelId="{F4752CB3-678C-4637-96F6-D0AC6E1150B1}" type="presParOf" srcId="{823127CB-DBF4-40D6-B12A-EDDFF59B4D1E}" destId="{9C030EB2-3E19-434C-B71A-3519327D27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8E5196-F34C-406C-A55A-A18544473F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82F60-7243-43F9-9D34-D0063E577EF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기준 정의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센서 데이터가 존재하지 않는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상태에서 양품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 판정은 논리적으로 모순</a:t>
          </a:r>
          <a:endParaRPr lang="en-US" sz="2000">
            <a:solidFill>
              <a:schemeClr val="bg1"/>
            </a:solidFill>
            <a:latin typeface="Malgun Gothic"/>
            <a:ea typeface="Malgun Gothic"/>
          </a:endParaRPr>
        </a:p>
      </dgm:t>
    </dgm:pt>
    <dgm:pt modelId="{27F2FDC5-145D-4DC2-B95F-7022839C6F7C}" type="parTrans" cxnId="{61BAB419-A7E9-458D-95C8-EC1150F62826}">
      <dgm:prSet/>
      <dgm:spPr/>
      <dgm:t>
        <a:bodyPr/>
        <a:lstStyle/>
        <a:p>
          <a:endParaRPr lang="en-US"/>
        </a:p>
      </dgm:t>
    </dgm:pt>
    <dgm:pt modelId="{CE055CDC-EB8C-48A4-8E57-DB1F3601D179}" type="sibTrans" cxnId="{61BAB419-A7E9-458D-95C8-EC1150F6282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D757ED7-7B46-47A4-B126-64D4C23DA93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위반 유형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주요 선세구간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(8~589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번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)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결측 </a:t>
          </a:r>
          <a:r>
            <a:rPr lang="en-US" altLang="ko-KR" sz="2000">
              <a:solidFill>
                <a:schemeClr val="bg1"/>
              </a:solidFill>
              <a:latin typeface="Malgun Gothic"/>
              <a:ea typeface="Malgun Gothic"/>
            </a:rPr>
            <a:t>+ Pass = 1</a:t>
          </a:r>
          <a:endParaRPr lang="en-US" sz="2000">
            <a:solidFill>
              <a:schemeClr val="bg1"/>
            </a:solidFill>
            <a:latin typeface="Malgun Gothic"/>
            <a:ea typeface="Malgun Gothic"/>
          </a:endParaRPr>
        </a:p>
      </dgm:t>
    </dgm:pt>
    <dgm:pt modelId="{5C3B8C35-D29A-4396-9C88-79AA7AED66AB}" type="parTrans" cxnId="{17583B1A-6D4B-4778-A4B2-AA36E5999E40}">
      <dgm:prSet/>
      <dgm:spPr/>
      <dgm:t>
        <a:bodyPr/>
        <a:lstStyle/>
        <a:p>
          <a:endParaRPr lang="en-US"/>
        </a:p>
      </dgm:t>
    </dgm:pt>
    <dgm:pt modelId="{EE593287-EBC7-4F50-92EC-75C1430191C8}" type="sibTrans" cxnId="{17583B1A-6D4B-4778-A4B2-AA36E5999E4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D8BEA74-F490-469D-94F8-563A06393AF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설계 의도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라벨과 센서 데이터 간의 인과 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관계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 붕괴 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방지</a:t>
          </a:r>
          <a:endParaRPr lang="en-US" sz="2000">
            <a:solidFill>
              <a:schemeClr val="bg1"/>
            </a:solidFill>
            <a:latin typeface="Malgun Gothic"/>
            <a:ea typeface="Malgun Gothic"/>
          </a:endParaRPr>
        </a:p>
      </dgm:t>
    </dgm:pt>
    <dgm:pt modelId="{35EC2683-1197-46E7-94DE-4C6E8BB412C3}" type="parTrans" cxnId="{A1ECAA5C-6997-45EA-9A13-C7F0E79857DB}">
      <dgm:prSet/>
      <dgm:spPr/>
      <dgm:t>
        <a:bodyPr/>
        <a:lstStyle/>
        <a:p>
          <a:endParaRPr lang="en-US"/>
        </a:p>
      </dgm:t>
    </dgm:pt>
    <dgm:pt modelId="{C863E3A9-1B18-45F7-A0CA-0271CA687289}" type="sibTrans" cxnId="{A1ECAA5C-6997-45EA-9A13-C7F0E79857D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D2AB661-6FE0-47B8-809D-9E105244186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조치원칙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논리적으로 모순되는 사이클 제거</a:t>
          </a:r>
          <a:endParaRPr lang="en-US" sz="2000">
            <a:solidFill>
              <a:schemeClr val="bg1"/>
            </a:solidFill>
          </a:endParaRPr>
        </a:p>
      </dgm:t>
    </dgm:pt>
    <dgm:pt modelId="{B1F1782E-1D8B-4BF8-9739-7355F55A8DE4}" type="parTrans" cxnId="{DEE953F2-A82E-464F-A2DE-82A010865849}">
      <dgm:prSet/>
      <dgm:spPr/>
      <dgm:t>
        <a:bodyPr/>
        <a:lstStyle/>
        <a:p>
          <a:endParaRPr lang="en-US"/>
        </a:p>
      </dgm:t>
    </dgm:pt>
    <dgm:pt modelId="{4617801F-3E2B-4B8A-AD9F-D0C8592A887A}" type="sibTrans" cxnId="{DEE953F2-A82E-464F-A2DE-82A01086584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539CEF7-64CB-4162-8507-0FD5ECAECCF0}" type="pres">
      <dgm:prSet presAssocID="{0E8E5196-F34C-406C-A55A-A18544473FB5}" presName="Name0" presStyleCnt="0">
        <dgm:presLayoutVars>
          <dgm:animLvl val="lvl"/>
          <dgm:resizeHandles val="exact"/>
        </dgm:presLayoutVars>
      </dgm:prSet>
      <dgm:spPr/>
    </dgm:pt>
    <dgm:pt modelId="{698D23AB-AD9F-41B0-93CA-FECD747C3B6F}" type="pres">
      <dgm:prSet presAssocID="{72382F60-7243-43F9-9D34-D0063E577EFF}" presName="compositeNode" presStyleCnt="0">
        <dgm:presLayoutVars>
          <dgm:bulletEnabled val="1"/>
        </dgm:presLayoutVars>
      </dgm:prSet>
      <dgm:spPr/>
    </dgm:pt>
    <dgm:pt modelId="{966BB046-6A95-46AD-B93C-8E6B325A85D7}" type="pres">
      <dgm:prSet presAssocID="{72382F60-7243-43F9-9D34-D0063E577EFF}" presName="bgRect" presStyleLbl="alignNode1" presStyleIdx="0" presStyleCnt="4"/>
      <dgm:spPr/>
    </dgm:pt>
    <dgm:pt modelId="{C106FA1A-4495-4A16-A220-ED0C3E504E60}" type="pres">
      <dgm:prSet presAssocID="{CE055CDC-EB8C-48A4-8E57-DB1F3601D17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85A5445C-543F-4EED-AE66-715C002EAE1F}" type="pres">
      <dgm:prSet presAssocID="{72382F60-7243-43F9-9D34-D0063E577EFF}" presName="nodeRect" presStyleLbl="alignNode1" presStyleIdx="0" presStyleCnt="4">
        <dgm:presLayoutVars>
          <dgm:bulletEnabled val="1"/>
        </dgm:presLayoutVars>
      </dgm:prSet>
      <dgm:spPr/>
    </dgm:pt>
    <dgm:pt modelId="{BA5C9A86-388A-47EF-B2F0-A242FFCCB0BF}" type="pres">
      <dgm:prSet presAssocID="{CE055CDC-EB8C-48A4-8E57-DB1F3601D179}" presName="sibTrans" presStyleCnt="0"/>
      <dgm:spPr/>
    </dgm:pt>
    <dgm:pt modelId="{96F3513B-4D9A-44AC-A47F-B442F1159DC4}" type="pres">
      <dgm:prSet presAssocID="{4D757ED7-7B46-47A4-B126-64D4C23DA938}" presName="compositeNode" presStyleCnt="0">
        <dgm:presLayoutVars>
          <dgm:bulletEnabled val="1"/>
        </dgm:presLayoutVars>
      </dgm:prSet>
      <dgm:spPr/>
    </dgm:pt>
    <dgm:pt modelId="{C44FEBAA-2D68-4D4A-8F9B-4D19267A591D}" type="pres">
      <dgm:prSet presAssocID="{4D757ED7-7B46-47A4-B126-64D4C23DA938}" presName="bgRect" presStyleLbl="alignNode1" presStyleIdx="1" presStyleCnt="4"/>
      <dgm:spPr/>
    </dgm:pt>
    <dgm:pt modelId="{F4057B90-1483-45B4-BD26-09C1C1651205}" type="pres">
      <dgm:prSet presAssocID="{EE593287-EBC7-4F50-92EC-75C1430191C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35C7BC3-3075-4EEA-BA59-27268BBF031B}" type="pres">
      <dgm:prSet presAssocID="{4D757ED7-7B46-47A4-B126-64D4C23DA938}" presName="nodeRect" presStyleLbl="alignNode1" presStyleIdx="1" presStyleCnt="4">
        <dgm:presLayoutVars>
          <dgm:bulletEnabled val="1"/>
        </dgm:presLayoutVars>
      </dgm:prSet>
      <dgm:spPr/>
    </dgm:pt>
    <dgm:pt modelId="{CAB6FED3-D240-46E1-A904-0C83395A00F2}" type="pres">
      <dgm:prSet presAssocID="{EE593287-EBC7-4F50-92EC-75C1430191C8}" presName="sibTrans" presStyleCnt="0"/>
      <dgm:spPr/>
    </dgm:pt>
    <dgm:pt modelId="{5F55F820-1002-4678-BAAE-2CFEF01F47F1}" type="pres">
      <dgm:prSet presAssocID="{8D8BEA74-F490-469D-94F8-563A06393AF8}" presName="compositeNode" presStyleCnt="0">
        <dgm:presLayoutVars>
          <dgm:bulletEnabled val="1"/>
        </dgm:presLayoutVars>
      </dgm:prSet>
      <dgm:spPr/>
    </dgm:pt>
    <dgm:pt modelId="{C137DB64-DBE0-43B1-B7D7-4A714698640A}" type="pres">
      <dgm:prSet presAssocID="{8D8BEA74-F490-469D-94F8-563A06393AF8}" presName="bgRect" presStyleLbl="alignNode1" presStyleIdx="2" presStyleCnt="4"/>
      <dgm:spPr/>
    </dgm:pt>
    <dgm:pt modelId="{86EBB127-B5AA-4D7B-B260-1D5B6DBB1937}" type="pres">
      <dgm:prSet presAssocID="{C863E3A9-1B18-45F7-A0CA-0271CA68728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6338553-4448-47B6-BCA9-43E4500FAF9C}" type="pres">
      <dgm:prSet presAssocID="{8D8BEA74-F490-469D-94F8-563A06393AF8}" presName="nodeRect" presStyleLbl="alignNode1" presStyleIdx="2" presStyleCnt="4">
        <dgm:presLayoutVars>
          <dgm:bulletEnabled val="1"/>
        </dgm:presLayoutVars>
      </dgm:prSet>
      <dgm:spPr/>
    </dgm:pt>
    <dgm:pt modelId="{4B6F3D10-7C2E-4FE9-8FB2-0782D3F98F44}" type="pres">
      <dgm:prSet presAssocID="{C863E3A9-1B18-45F7-A0CA-0271CA687289}" presName="sibTrans" presStyleCnt="0"/>
      <dgm:spPr/>
    </dgm:pt>
    <dgm:pt modelId="{823127CB-DBF4-40D6-B12A-EDDFF59B4D1E}" type="pres">
      <dgm:prSet presAssocID="{DD2AB661-6FE0-47B8-809D-9E105244186B}" presName="compositeNode" presStyleCnt="0">
        <dgm:presLayoutVars>
          <dgm:bulletEnabled val="1"/>
        </dgm:presLayoutVars>
      </dgm:prSet>
      <dgm:spPr/>
    </dgm:pt>
    <dgm:pt modelId="{007B74DA-D276-4350-A85A-70664E8A0ED1}" type="pres">
      <dgm:prSet presAssocID="{DD2AB661-6FE0-47B8-809D-9E105244186B}" presName="bgRect" presStyleLbl="alignNode1" presStyleIdx="3" presStyleCnt="4"/>
      <dgm:spPr/>
    </dgm:pt>
    <dgm:pt modelId="{B8ADE38C-5F0F-4889-B3B6-7309BE1D0DE3}" type="pres">
      <dgm:prSet presAssocID="{4617801F-3E2B-4B8A-AD9F-D0C8592A887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C030EB2-3E19-434C-B71A-3519327D27AE}" type="pres">
      <dgm:prSet presAssocID="{DD2AB661-6FE0-47B8-809D-9E105244186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1E1CA06-665E-49C8-8F4E-9A77BED0C30B}" type="presOf" srcId="{8D8BEA74-F490-469D-94F8-563A06393AF8}" destId="{06338553-4448-47B6-BCA9-43E4500FAF9C}" srcOrd="1" destOrd="0" presId="urn:microsoft.com/office/officeart/2016/7/layout/LinearBlockProcessNumbered"/>
    <dgm:cxn modelId="{61BAB419-A7E9-458D-95C8-EC1150F62826}" srcId="{0E8E5196-F34C-406C-A55A-A18544473FB5}" destId="{72382F60-7243-43F9-9D34-D0063E577EFF}" srcOrd="0" destOrd="0" parTransId="{27F2FDC5-145D-4DC2-B95F-7022839C6F7C}" sibTransId="{CE055CDC-EB8C-48A4-8E57-DB1F3601D179}"/>
    <dgm:cxn modelId="{17583B1A-6D4B-4778-A4B2-AA36E5999E40}" srcId="{0E8E5196-F34C-406C-A55A-A18544473FB5}" destId="{4D757ED7-7B46-47A4-B126-64D4C23DA938}" srcOrd="1" destOrd="0" parTransId="{5C3B8C35-D29A-4396-9C88-79AA7AED66AB}" sibTransId="{EE593287-EBC7-4F50-92EC-75C1430191C8}"/>
    <dgm:cxn modelId="{AF787E33-AF2B-4B1C-B230-DE41C6B22636}" type="presOf" srcId="{72382F60-7243-43F9-9D34-D0063E577EFF}" destId="{85A5445C-543F-4EED-AE66-715C002EAE1F}" srcOrd="1" destOrd="0" presId="urn:microsoft.com/office/officeart/2016/7/layout/LinearBlockProcessNumbered"/>
    <dgm:cxn modelId="{A1ECAA5C-6997-45EA-9A13-C7F0E79857DB}" srcId="{0E8E5196-F34C-406C-A55A-A18544473FB5}" destId="{8D8BEA74-F490-469D-94F8-563A06393AF8}" srcOrd="2" destOrd="0" parTransId="{35EC2683-1197-46E7-94DE-4C6E8BB412C3}" sibTransId="{C863E3A9-1B18-45F7-A0CA-0271CA687289}"/>
    <dgm:cxn modelId="{DD4AAB45-665B-43EB-B107-7D73C8DA1F4C}" type="presOf" srcId="{DD2AB661-6FE0-47B8-809D-9E105244186B}" destId="{007B74DA-D276-4350-A85A-70664E8A0ED1}" srcOrd="0" destOrd="0" presId="urn:microsoft.com/office/officeart/2016/7/layout/LinearBlockProcessNumbered"/>
    <dgm:cxn modelId="{2557D245-6AC7-4CD1-BFBB-E45CED908A96}" type="presOf" srcId="{C863E3A9-1B18-45F7-A0CA-0271CA687289}" destId="{86EBB127-B5AA-4D7B-B260-1D5B6DBB1937}" srcOrd="0" destOrd="0" presId="urn:microsoft.com/office/officeart/2016/7/layout/LinearBlockProcessNumbered"/>
    <dgm:cxn modelId="{8519654D-9E99-4A20-98CB-D740325A0123}" type="presOf" srcId="{4D757ED7-7B46-47A4-B126-64D4C23DA938}" destId="{C44FEBAA-2D68-4D4A-8F9B-4D19267A591D}" srcOrd="0" destOrd="0" presId="urn:microsoft.com/office/officeart/2016/7/layout/LinearBlockProcessNumbered"/>
    <dgm:cxn modelId="{AB5D5C72-E734-4BE6-B5C0-21889E2F4D11}" type="presOf" srcId="{8D8BEA74-F490-469D-94F8-563A06393AF8}" destId="{C137DB64-DBE0-43B1-B7D7-4A714698640A}" srcOrd="0" destOrd="0" presId="urn:microsoft.com/office/officeart/2016/7/layout/LinearBlockProcessNumbered"/>
    <dgm:cxn modelId="{DDF59D8D-14B6-4169-B3D9-7987B90EC5BB}" type="presOf" srcId="{DD2AB661-6FE0-47B8-809D-9E105244186B}" destId="{9C030EB2-3E19-434C-B71A-3519327D27AE}" srcOrd="1" destOrd="0" presId="urn:microsoft.com/office/officeart/2016/7/layout/LinearBlockProcessNumbered"/>
    <dgm:cxn modelId="{B7AC9D97-BDC8-42EB-BB2A-7D150918FB02}" type="presOf" srcId="{4617801F-3E2B-4B8A-AD9F-D0C8592A887A}" destId="{B8ADE38C-5F0F-4889-B3B6-7309BE1D0DE3}" srcOrd="0" destOrd="0" presId="urn:microsoft.com/office/officeart/2016/7/layout/LinearBlockProcessNumbered"/>
    <dgm:cxn modelId="{66C151AF-D2CD-4866-8C7E-588085F8646A}" type="presOf" srcId="{EE593287-EBC7-4F50-92EC-75C1430191C8}" destId="{F4057B90-1483-45B4-BD26-09C1C1651205}" srcOrd="0" destOrd="0" presId="urn:microsoft.com/office/officeart/2016/7/layout/LinearBlockProcessNumbered"/>
    <dgm:cxn modelId="{EFF0B1BE-B0E9-4B53-B2D7-511708984085}" type="presOf" srcId="{72382F60-7243-43F9-9D34-D0063E577EFF}" destId="{966BB046-6A95-46AD-B93C-8E6B325A85D7}" srcOrd="0" destOrd="0" presId="urn:microsoft.com/office/officeart/2016/7/layout/LinearBlockProcessNumbered"/>
    <dgm:cxn modelId="{33EF5DCB-1633-4467-BE65-1B1154FC8453}" type="presOf" srcId="{4D757ED7-7B46-47A4-B126-64D4C23DA938}" destId="{B35C7BC3-3075-4EEA-BA59-27268BBF031B}" srcOrd="1" destOrd="0" presId="urn:microsoft.com/office/officeart/2016/7/layout/LinearBlockProcessNumbered"/>
    <dgm:cxn modelId="{CA8B79E9-D066-4F83-8995-39D56D86C3C3}" type="presOf" srcId="{CE055CDC-EB8C-48A4-8E57-DB1F3601D179}" destId="{C106FA1A-4495-4A16-A220-ED0C3E504E60}" srcOrd="0" destOrd="0" presId="urn:microsoft.com/office/officeart/2016/7/layout/LinearBlockProcessNumbered"/>
    <dgm:cxn modelId="{DEE953F2-A82E-464F-A2DE-82A010865849}" srcId="{0E8E5196-F34C-406C-A55A-A18544473FB5}" destId="{DD2AB661-6FE0-47B8-809D-9E105244186B}" srcOrd="3" destOrd="0" parTransId="{B1F1782E-1D8B-4BF8-9739-7355F55A8DE4}" sibTransId="{4617801F-3E2B-4B8A-AD9F-D0C8592A887A}"/>
    <dgm:cxn modelId="{F1A76CF3-2692-4EAB-B143-3B5D1A6B63B1}" type="presOf" srcId="{0E8E5196-F34C-406C-A55A-A18544473FB5}" destId="{7539CEF7-64CB-4162-8507-0FD5ECAECCF0}" srcOrd="0" destOrd="0" presId="urn:microsoft.com/office/officeart/2016/7/layout/LinearBlockProcessNumbered"/>
    <dgm:cxn modelId="{63129754-6D6E-4ED8-B1CA-6DB624EAD414}" type="presParOf" srcId="{7539CEF7-64CB-4162-8507-0FD5ECAECCF0}" destId="{698D23AB-AD9F-41B0-93CA-FECD747C3B6F}" srcOrd="0" destOrd="0" presId="urn:microsoft.com/office/officeart/2016/7/layout/LinearBlockProcessNumbered"/>
    <dgm:cxn modelId="{92D29C15-8EC0-4327-8DFE-8494A41F2A3D}" type="presParOf" srcId="{698D23AB-AD9F-41B0-93CA-FECD747C3B6F}" destId="{966BB046-6A95-46AD-B93C-8E6B325A85D7}" srcOrd="0" destOrd="0" presId="urn:microsoft.com/office/officeart/2016/7/layout/LinearBlockProcessNumbered"/>
    <dgm:cxn modelId="{98DC21DB-741F-4DBA-8139-7F2E1FCC79CD}" type="presParOf" srcId="{698D23AB-AD9F-41B0-93CA-FECD747C3B6F}" destId="{C106FA1A-4495-4A16-A220-ED0C3E504E60}" srcOrd="1" destOrd="0" presId="urn:microsoft.com/office/officeart/2016/7/layout/LinearBlockProcessNumbered"/>
    <dgm:cxn modelId="{2E588CB8-4E31-4ACA-A98E-174BC38D1F01}" type="presParOf" srcId="{698D23AB-AD9F-41B0-93CA-FECD747C3B6F}" destId="{85A5445C-543F-4EED-AE66-715C002EAE1F}" srcOrd="2" destOrd="0" presId="urn:microsoft.com/office/officeart/2016/7/layout/LinearBlockProcessNumbered"/>
    <dgm:cxn modelId="{FE409EEA-08F2-4960-A4A2-AA9F8EEEBD0B}" type="presParOf" srcId="{7539CEF7-64CB-4162-8507-0FD5ECAECCF0}" destId="{BA5C9A86-388A-47EF-B2F0-A242FFCCB0BF}" srcOrd="1" destOrd="0" presId="urn:microsoft.com/office/officeart/2016/7/layout/LinearBlockProcessNumbered"/>
    <dgm:cxn modelId="{285D6102-EDAC-4207-9ADA-3C12F90590BB}" type="presParOf" srcId="{7539CEF7-64CB-4162-8507-0FD5ECAECCF0}" destId="{96F3513B-4D9A-44AC-A47F-B442F1159DC4}" srcOrd="2" destOrd="0" presId="urn:microsoft.com/office/officeart/2016/7/layout/LinearBlockProcessNumbered"/>
    <dgm:cxn modelId="{40E80A95-7D17-4050-AF9E-8D2A2D398360}" type="presParOf" srcId="{96F3513B-4D9A-44AC-A47F-B442F1159DC4}" destId="{C44FEBAA-2D68-4D4A-8F9B-4D19267A591D}" srcOrd="0" destOrd="0" presId="urn:microsoft.com/office/officeart/2016/7/layout/LinearBlockProcessNumbered"/>
    <dgm:cxn modelId="{9DED2CB8-E25F-4911-9FE9-A84AD097A735}" type="presParOf" srcId="{96F3513B-4D9A-44AC-A47F-B442F1159DC4}" destId="{F4057B90-1483-45B4-BD26-09C1C1651205}" srcOrd="1" destOrd="0" presId="urn:microsoft.com/office/officeart/2016/7/layout/LinearBlockProcessNumbered"/>
    <dgm:cxn modelId="{EB17F91C-CC06-4C50-B2C0-02C2BBF6F090}" type="presParOf" srcId="{96F3513B-4D9A-44AC-A47F-B442F1159DC4}" destId="{B35C7BC3-3075-4EEA-BA59-27268BBF031B}" srcOrd="2" destOrd="0" presId="urn:microsoft.com/office/officeart/2016/7/layout/LinearBlockProcessNumbered"/>
    <dgm:cxn modelId="{88FE50D3-213E-4B90-802D-B451855C9773}" type="presParOf" srcId="{7539CEF7-64CB-4162-8507-0FD5ECAECCF0}" destId="{CAB6FED3-D240-46E1-A904-0C83395A00F2}" srcOrd="3" destOrd="0" presId="urn:microsoft.com/office/officeart/2016/7/layout/LinearBlockProcessNumbered"/>
    <dgm:cxn modelId="{21E29F99-015F-43BC-A7B8-5361B2D2134E}" type="presParOf" srcId="{7539CEF7-64CB-4162-8507-0FD5ECAECCF0}" destId="{5F55F820-1002-4678-BAAE-2CFEF01F47F1}" srcOrd="4" destOrd="0" presId="urn:microsoft.com/office/officeart/2016/7/layout/LinearBlockProcessNumbered"/>
    <dgm:cxn modelId="{406F56A8-A6C1-42EA-A6BA-1715D71E1008}" type="presParOf" srcId="{5F55F820-1002-4678-BAAE-2CFEF01F47F1}" destId="{C137DB64-DBE0-43B1-B7D7-4A714698640A}" srcOrd="0" destOrd="0" presId="urn:microsoft.com/office/officeart/2016/7/layout/LinearBlockProcessNumbered"/>
    <dgm:cxn modelId="{CC2BAD9A-D567-4FE8-94C5-C3C8C88DAD64}" type="presParOf" srcId="{5F55F820-1002-4678-BAAE-2CFEF01F47F1}" destId="{86EBB127-B5AA-4D7B-B260-1D5B6DBB1937}" srcOrd="1" destOrd="0" presId="urn:microsoft.com/office/officeart/2016/7/layout/LinearBlockProcessNumbered"/>
    <dgm:cxn modelId="{A9C8D6D0-9D5C-4789-A2AB-8B86EDE91F35}" type="presParOf" srcId="{5F55F820-1002-4678-BAAE-2CFEF01F47F1}" destId="{06338553-4448-47B6-BCA9-43E4500FAF9C}" srcOrd="2" destOrd="0" presId="urn:microsoft.com/office/officeart/2016/7/layout/LinearBlockProcessNumbered"/>
    <dgm:cxn modelId="{F33D441D-1ADF-4946-A806-A95846F1410F}" type="presParOf" srcId="{7539CEF7-64CB-4162-8507-0FD5ECAECCF0}" destId="{4B6F3D10-7C2E-4FE9-8FB2-0782D3F98F44}" srcOrd="5" destOrd="0" presId="urn:microsoft.com/office/officeart/2016/7/layout/LinearBlockProcessNumbered"/>
    <dgm:cxn modelId="{829AE6C8-6DF9-436D-A8CF-6D465F500D3D}" type="presParOf" srcId="{7539CEF7-64CB-4162-8507-0FD5ECAECCF0}" destId="{823127CB-DBF4-40D6-B12A-EDDFF59B4D1E}" srcOrd="6" destOrd="0" presId="urn:microsoft.com/office/officeart/2016/7/layout/LinearBlockProcessNumbered"/>
    <dgm:cxn modelId="{E2705900-49D4-456B-BA39-A95A9F6C7AC2}" type="presParOf" srcId="{823127CB-DBF4-40D6-B12A-EDDFF59B4D1E}" destId="{007B74DA-D276-4350-A85A-70664E8A0ED1}" srcOrd="0" destOrd="0" presId="urn:microsoft.com/office/officeart/2016/7/layout/LinearBlockProcessNumbered"/>
    <dgm:cxn modelId="{AB7CDE46-0243-4E2A-A3F4-02FFBBCE9CEC}" type="presParOf" srcId="{823127CB-DBF4-40D6-B12A-EDDFF59B4D1E}" destId="{B8ADE38C-5F0F-4889-B3B6-7309BE1D0DE3}" srcOrd="1" destOrd="0" presId="urn:microsoft.com/office/officeart/2016/7/layout/LinearBlockProcessNumbered"/>
    <dgm:cxn modelId="{F4752CB3-678C-4637-96F6-D0AC6E1150B1}" type="presParOf" srcId="{823127CB-DBF4-40D6-B12A-EDDFF59B4D1E}" destId="{9C030EB2-3E19-434C-B71A-3519327D27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8E5196-F34C-406C-A55A-A18544473F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382F60-7243-43F9-9D34-D0063E577EF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기준 정의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센서 </a:t>
          </a:r>
          <a:r>
            <a:rPr lang="en-US" altLang="ko-KR" sz="2000">
              <a:solidFill>
                <a:schemeClr val="bg1"/>
              </a:solidFill>
              <a:latin typeface="Malgun Gothic"/>
              <a:ea typeface="Malgun Gothic"/>
            </a:rPr>
            <a:t>4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번 데이터는 공정 장비 특성상 소수점 </a:t>
          </a:r>
          <a:r>
            <a:rPr lang="en-US" altLang="ko-KR" sz="2000">
              <a:solidFill>
                <a:schemeClr val="bg1"/>
              </a:solidFill>
              <a:latin typeface="Malgun Gothic"/>
              <a:ea typeface="Malgun Gothic"/>
            </a:rPr>
            <a:t>5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자리 이내가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정상</a:t>
          </a:r>
          <a:endParaRPr lang="en-US" sz="2000">
            <a:solidFill>
              <a:schemeClr val="bg1"/>
            </a:solidFill>
            <a:latin typeface="Malgun Gothic"/>
            <a:ea typeface="Malgun Gothic"/>
          </a:endParaRPr>
        </a:p>
      </dgm:t>
    </dgm:pt>
    <dgm:pt modelId="{27F2FDC5-145D-4DC2-B95F-7022839C6F7C}" type="parTrans" cxnId="{61BAB419-A7E9-458D-95C8-EC1150F62826}">
      <dgm:prSet/>
      <dgm:spPr/>
      <dgm:t>
        <a:bodyPr/>
        <a:lstStyle/>
        <a:p>
          <a:endParaRPr lang="en-US"/>
        </a:p>
      </dgm:t>
    </dgm:pt>
    <dgm:pt modelId="{CE055CDC-EB8C-48A4-8E57-DB1F3601D179}" type="sibTrans" cxnId="{61BAB419-A7E9-458D-95C8-EC1150F6282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D757ED7-7B46-47A4-B126-64D4C23DA93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위반 유형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과도한 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소수점 표현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(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비정상 </a:t>
          </a:r>
          <a:r>
            <a:rPr lang="ko-KR" altLang="en-US" sz="2000">
              <a:solidFill>
                <a:schemeClr val="bg1"/>
              </a:solidFill>
              <a:latin typeface="Malgun Gothic"/>
              <a:ea typeface="Malgun Gothic"/>
            </a:rPr>
            <a:t>계측값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)</a:t>
          </a:r>
        </a:p>
      </dgm:t>
    </dgm:pt>
    <dgm:pt modelId="{5C3B8C35-D29A-4396-9C88-79AA7AED66AB}" type="parTrans" cxnId="{17583B1A-6D4B-4778-A4B2-AA36E5999E40}">
      <dgm:prSet/>
      <dgm:spPr/>
      <dgm:t>
        <a:bodyPr/>
        <a:lstStyle/>
        <a:p>
          <a:endParaRPr lang="en-US"/>
        </a:p>
      </dgm:t>
    </dgm:pt>
    <dgm:pt modelId="{EE593287-EBC7-4F50-92EC-75C1430191C8}" type="sibTrans" cxnId="{17583B1A-6D4B-4778-A4B2-AA36E5999E4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8D8BEA74-F490-469D-94F8-563A06393AF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설계 의도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센서 정밀도 오류 및 데이터 수집 이상 제거</a:t>
          </a:r>
          <a:endParaRPr lang="en-US" sz="2000">
            <a:solidFill>
              <a:schemeClr val="bg1"/>
            </a:solidFill>
            <a:latin typeface="Malgun Gothic"/>
            <a:ea typeface="Malgun Gothic"/>
          </a:endParaRPr>
        </a:p>
      </dgm:t>
    </dgm:pt>
    <dgm:pt modelId="{35EC2683-1197-46E7-94DE-4C6E8BB412C3}" type="parTrans" cxnId="{A1ECAA5C-6997-45EA-9A13-C7F0E79857DB}">
      <dgm:prSet/>
      <dgm:spPr/>
      <dgm:t>
        <a:bodyPr/>
        <a:lstStyle/>
        <a:p>
          <a:endParaRPr lang="en-US"/>
        </a:p>
      </dgm:t>
    </dgm:pt>
    <dgm:pt modelId="{C863E3A9-1B18-45F7-A0CA-0271CA687289}" type="sibTrans" cxnId="{A1ECAA5C-6997-45EA-9A13-C7F0E79857D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D2AB661-6FE0-47B8-809D-9E105244186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조치 원칙 </a:t>
          </a:r>
          <a:r>
            <a:rPr lang="en-US" sz="20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2000">
              <a:solidFill>
                <a:schemeClr val="bg1"/>
              </a:solidFill>
              <a:latin typeface="Malgun Gothic"/>
              <a:ea typeface="Malgun Gothic"/>
            </a:rPr>
            <a:t>기준 정밀도를 초과하는 값이 포함된 행 제거</a:t>
          </a:r>
          <a:endParaRPr lang="en-US">
            <a:solidFill>
              <a:schemeClr val="bg1"/>
            </a:solidFill>
          </a:endParaRPr>
        </a:p>
      </dgm:t>
    </dgm:pt>
    <dgm:pt modelId="{B1F1782E-1D8B-4BF8-9739-7355F55A8DE4}" type="parTrans" cxnId="{DEE953F2-A82E-464F-A2DE-82A010865849}">
      <dgm:prSet/>
      <dgm:spPr/>
      <dgm:t>
        <a:bodyPr/>
        <a:lstStyle/>
        <a:p>
          <a:endParaRPr lang="en-US"/>
        </a:p>
      </dgm:t>
    </dgm:pt>
    <dgm:pt modelId="{4617801F-3E2B-4B8A-AD9F-D0C8592A887A}" type="sibTrans" cxnId="{DEE953F2-A82E-464F-A2DE-82A010865849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539CEF7-64CB-4162-8507-0FD5ECAECCF0}" type="pres">
      <dgm:prSet presAssocID="{0E8E5196-F34C-406C-A55A-A18544473FB5}" presName="Name0" presStyleCnt="0">
        <dgm:presLayoutVars>
          <dgm:animLvl val="lvl"/>
          <dgm:resizeHandles val="exact"/>
        </dgm:presLayoutVars>
      </dgm:prSet>
      <dgm:spPr/>
    </dgm:pt>
    <dgm:pt modelId="{698D23AB-AD9F-41B0-93CA-FECD747C3B6F}" type="pres">
      <dgm:prSet presAssocID="{72382F60-7243-43F9-9D34-D0063E577EFF}" presName="compositeNode" presStyleCnt="0">
        <dgm:presLayoutVars>
          <dgm:bulletEnabled val="1"/>
        </dgm:presLayoutVars>
      </dgm:prSet>
      <dgm:spPr/>
    </dgm:pt>
    <dgm:pt modelId="{966BB046-6A95-46AD-B93C-8E6B325A85D7}" type="pres">
      <dgm:prSet presAssocID="{72382F60-7243-43F9-9D34-D0063E577EFF}" presName="bgRect" presStyleLbl="alignNode1" presStyleIdx="0" presStyleCnt="4"/>
      <dgm:spPr/>
    </dgm:pt>
    <dgm:pt modelId="{C106FA1A-4495-4A16-A220-ED0C3E504E60}" type="pres">
      <dgm:prSet presAssocID="{CE055CDC-EB8C-48A4-8E57-DB1F3601D17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85A5445C-543F-4EED-AE66-715C002EAE1F}" type="pres">
      <dgm:prSet presAssocID="{72382F60-7243-43F9-9D34-D0063E577EFF}" presName="nodeRect" presStyleLbl="alignNode1" presStyleIdx="0" presStyleCnt="4">
        <dgm:presLayoutVars>
          <dgm:bulletEnabled val="1"/>
        </dgm:presLayoutVars>
      </dgm:prSet>
      <dgm:spPr/>
    </dgm:pt>
    <dgm:pt modelId="{BA5C9A86-388A-47EF-B2F0-A242FFCCB0BF}" type="pres">
      <dgm:prSet presAssocID="{CE055CDC-EB8C-48A4-8E57-DB1F3601D179}" presName="sibTrans" presStyleCnt="0"/>
      <dgm:spPr/>
    </dgm:pt>
    <dgm:pt modelId="{96F3513B-4D9A-44AC-A47F-B442F1159DC4}" type="pres">
      <dgm:prSet presAssocID="{4D757ED7-7B46-47A4-B126-64D4C23DA938}" presName="compositeNode" presStyleCnt="0">
        <dgm:presLayoutVars>
          <dgm:bulletEnabled val="1"/>
        </dgm:presLayoutVars>
      </dgm:prSet>
      <dgm:spPr/>
    </dgm:pt>
    <dgm:pt modelId="{C44FEBAA-2D68-4D4A-8F9B-4D19267A591D}" type="pres">
      <dgm:prSet presAssocID="{4D757ED7-7B46-47A4-B126-64D4C23DA938}" presName="bgRect" presStyleLbl="alignNode1" presStyleIdx="1" presStyleCnt="4"/>
      <dgm:spPr/>
    </dgm:pt>
    <dgm:pt modelId="{F4057B90-1483-45B4-BD26-09C1C1651205}" type="pres">
      <dgm:prSet presAssocID="{EE593287-EBC7-4F50-92EC-75C1430191C8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35C7BC3-3075-4EEA-BA59-27268BBF031B}" type="pres">
      <dgm:prSet presAssocID="{4D757ED7-7B46-47A4-B126-64D4C23DA938}" presName="nodeRect" presStyleLbl="alignNode1" presStyleIdx="1" presStyleCnt="4">
        <dgm:presLayoutVars>
          <dgm:bulletEnabled val="1"/>
        </dgm:presLayoutVars>
      </dgm:prSet>
      <dgm:spPr/>
    </dgm:pt>
    <dgm:pt modelId="{CAB6FED3-D240-46E1-A904-0C83395A00F2}" type="pres">
      <dgm:prSet presAssocID="{EE593287-EBC7-4F50-92EC-75C1430191C8}" presName="sibTrans" presStyleCnt="0"/>
      <dgm:spPr/>
    </dgm:pt>
    <dgm:pt modelId="{5F55F820-1002-4678-BAAE-2CFEF01F47F1}" type="pres">
      <dgm:prSet presAssocID="{8D8BEA74-F490-469D-94F8-563A06393AF8}" presName="compositeNode" presStyleCnt="0">
        <dgm:presLayoutVars>
          <dgm:bulletEnabled val="1"/>
        </dgm:presLayoutVars>
      </dgm:prSet>
      <dgm:spPr/>
    </dgm:pt>
    <dgm:pt modelId="{C137DB64-DBE0-43B1-B7D7-4A714698640A}" type="pres">
      <dgm:prSet presAssocID="{8D8BEA74-F490-469D-94F8-563A06393AF8}" presName="bgRect" presStyleLbl="alignNode1" presStyleIdx="2" presStyleCnt="4"/>
      <dgm:spPr/>
    </dgm:pt>
    <dgm:pt modelId="{86EBB127-B5AA-4D7B-B260-1D5B6DBB1937}" type="pres">
      <dgm:prSet presAssocID="{C863E3A9-1B18-45F7-A0CA-0271CA68728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6338553-4448-47B6-BCA9-43E4500FAF9C}" type="pres">
      <dgm:prSet presAssocID="{8D8BEA74-F490-469D-94F8-563A06393AF8}" presName="nodeRect" presStyleLbl="alignNode1" presStyleIdx="2" presStyleCnt="4">
        <dgm:presLayoutVars>
          <dgm:bulletEnabled val="1"/>
        </dgm:presLayoutVars>
      </dgm:prSet>
      <dgm:spPr/>
    </dgm:pt>
    <dgm:pt modelId="{4B6F3D10-7C2E-4FE9-8FB2-0782D3F98F44}" type="pres">
      <dgm:prSet presAssocID="{C863E3A9-1B18-45F7-A0CA-0271CA687289}" presName="sibTrans" presStyleCnt="0"/>
      <dgm:spPr/>
    </dgm:pt>
    <dgm:pt modelId="{823127CB-DBF4-40D6-B12A-EDDFF59B4D1E}" type="pres">
      <dgm:prSet presAssocID="{DD2AB661-6FE0-47B8-809D-9E105244186B}" presName="compositeNode" presStyleCnt="0">
        <dgm:presLayoutVars>
          <dgm:bulletEnabled val="1"/>
        </dgm:presLayoutVars>
      </dgm:prSet>
      <dgm:spPr/>
    </dgm:pt>
    <dgm:pt modelId="{007B74DA-D276-4350-A85A-70664E8A0ED1}" type="pres">
      <dgm:prSet presAssocID="{DD2AB661-6FE0-47B8-809D-9E105244186B}" presName="bgRect" presStyleLbl="alignNode1" presStyleIdx="3" presStyleCnt="4"/>
      <dgm:spPr/>
    </dgm:pt>
    <dgm:pt modelId="{B8ADE38C-5F0F-4889-B3B6-7309BE1D0DE3}" type="pres">
      <dgm:prSet presAssocID="{4617801F-3E2B-4B8A-AD9F-D0C8592A887A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9C030EB2-3E19-434C-B71A-3519327D27AE}" type="pres">
      <dgm:prSet presAssocID="{DD2AB661-6FE0-47B8-809D-9E105244186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1E1CA06-665E-49C8-8F4E-9A77BED0C30B}" type="presOf" srcId="{8D8BEA74-F490-469D-94F8-563A06393AF8}" destId="{06338553-4448-47B6-BCA9-43E4500FAF9C}" srcOrd="1" destOrd="0" presId="urn:microsoft.com/office/officeart/2016/7/layout/LinearBlockProcessNumbered"/>
    <dgm:cxn modelId="{61BAB419-A7E9-458D-95C8-EC1150F62826}" srcId="{0E8E5196-F34C-406C-A55A-A18544473FB5}" destId="{72382F60-7243-43F9-9D34-D0063E577EFF}" srcOrd="0" destOrd="0" parTransId="{27F2FDC5-145D-4DC2-B95F-7022839C6F7C}" sibTransId="{CE055CDC-EB8C-48A4-8E57-DB1F3601D179}"/>
    <dgm:cxn modelId="{17583B1A-6D4B-4778-A4B2-AA36E5999E40}" srcId="{0E8E5196-F34C-406C-A55A-A18544473FB5}" destId="{4D757ED7-7B46-47A4-B126-64D4C23DA938}" srcOrd="1" destOrd="0" parTransId="{5C3B8C35-D29A-4396-9C88-79AA7AED66AB}" sibTransId="{EE593287-EBC7-4F50-92EC-75C1430191C8}"/>
    <dgm:cxn modelId="{AF787E33-AF2B-4B1C-B230-DE41C6B22636}" type="presOf" srcId="{72382F60-7243-43F9-9D34-D0063E577EFF}" destId="{85A5445C-543F-4EED-AE66-715C002EAE1F}" srcOrd="1" destOrd="0" presId="urn:microsoft.com/office/officeart/2016/7/layout/LinearBlockProcessNumbered"/>
    <dgm:cxn modelId="{A1ECAA5C-6997-45EA-9A13-C7F0E79857DB}" srcId="{0E8E5196-F34C-406C-A55A-A18544473FB5}" destId="{8D8BEA74-F490-469D-94F8-563A06393AF8}" srcOrd="2" destOrd="0" parTransId="{35EC2683-1197-46E7-94DE-4C6E8BB412C3}" sibTransId="{C863E3A9-1B18-45F7-A0CA-0271CA687289}"/>
    <dgm:cxn modelId="{DD4AAB45-665B-43EB-B107-7D73C8DA1F4C}" type="presOf" srcId="{DD2AB661-6FE0-47B8-809D-9E105244186B}" destId="{007B74DA-D276-4350-A85A-70664E8A0ED1}" srcOrd="0" destOrd="0" presId="urn:microsoft.com/office/officeart/2016/7/layout/LinearBlockProcessNumbered"/>
    <dgm:cxn modelId="{2557D245-6AC7-4CD1-BFBB-E45CED908A96}" type="presOf" srcId="{C863E3A9-1B18-45F7-A0CA-0271CA687289}" destId="{86EBB127-B5AA-4D7B-B260-1D5B6DBB1937}" srcOrd="0" destOrd="0" presId="urn:microsoft.com/office/officeart/2016/7/layout/LinearBlockProcessNumbered"/>
    <dgm:cxn modelId="{8519654D-9E99-4A20-98CB-D740325A0123}" type="presOf" srcId="{4D757ED7-7B46-47A4-B126-64D4C23DA938}" destId="{C44FEBAA-2D68-4D4A-8F9B-4D19267A591D}" srcOrd="0" destOrd="0" presId="urn:microsoft.com/office/officeart/2016/7/layout/LinearBlockProcessNumbered"/>
    <dgm:cxn modelId="{AB5D5C72-E734-4BE6-B5C0-21889E2F4D11}" type="presOf" srcId="{8D8BEA74-F490-469D-94F8-563A06393AF8}" destId="{C137DB64-DBE0-43B1-B7D7-4A714698640A}" srcOrd="0" destOrd="0" presId="urn:microsoft.com/office/officeart/2016/7/layout/LinearBlockProcessNumbered"/>
    <dgm:cxn modelId="{DDF59D8D-14B6-4169-B3D9-7987B90EC5BB}" type="presOf" srcId="{DD2AB661-6FE0-47B8-809D-9E105244186B}" destId="{9C030EB2-3E19-434C-B71A-3519327D27AE}" srcOrd="1" destOrd="0" presId="urn:microsoft.com/office/officeart/2016/7/layout/LinearBlockProcessNumbered"/>
    <dgm:cxn modelId="{B7AC9D97-BDC8-42EB-BB2A-7D150918FB02}" type="presOf" srcId="{4617801F-3E2B-4B8A-AD9F-D0C8592A887A}" destId="{B8ADE38C-5F0F-4889-B3B6-7309BE1D0DE3}" srcOrd="0" destOrd="0" presId="urn:microsoft.com/office/officeart/2016/7/layout/LinearBlockProcessNumbered"/>
    <dgm:cxn modelId="{66C151AF-D2CD-4866-8C7E-588085F8646A}" type="presOf" srcId="{EE593287-EBC7-4F50-92EC-75C1430191C8}" destId="{F4057B90-1483-45B4-BD26-09C1C1651205}" srcOrd="0" destOrd="0" presId="urn:microsoft.com/office/officeart/2016/7/layout/LinearBlockProcessNumbered"/>
    <dgm:cxn modelId="{EFF0B1BE-B0E9-4B53-B2D7-511708984085}" type="presOf" srcId="{72382F60-7243-43F9-9D34-D0063E577EFF}" destId="{966BB046-6A95-46AD-B93C-8E6B325A85D7}" srcOrd="0" destOrd="0" presId="urn:microsoft.com/office/officeart/2016/7/layout/LinearBlockProcessNumbered"/>
    <dgm:cxn modelId="{33EF5DCB-1633-4467-BE65-1B1154FC8453}" type="presOf" srcId="{4D757ED7-7B46-47A4-B126-64D4C23DA938}" destId="{B35C7BC3-3075-4EEA-BA59-27268BBF031B}" srcOrd="1" destOrd="0" presId="urn:microsoft.com/office/officeart/2016/7/layout/LinearBlockProcessNumbered"/>
    <dgm:cxn modelId="{CA8B79E9-D066-4F83-8995-39D56D86C3C3}" type="presOf" srcId="{CE055CDC-EB8C-48A4-8E57-DB1F3601D179}" destId="{C106FA1A-4495-4A16-A220-ED0C3E504E60}" srcOrd="0" destOrd="0" presId="urn:microsoft.com/office/officeart/2016/7/layout/LinearBlockProcessNumbered"/>
    <dgm:cxn modelId="{DEE953F2-A82E-464F-A2DE-82A010865849}" srcId="{0E8E5196-F34C-406C-A55A-A18544473FB5}" destId="{DD2AB661-6FE0-47B8-809D-9E105244186B}" srcOrd="3" destOrd="0" parTransId="{B1F1782E-1D8B-4BF8-9739-7355F55A8DE4}" sibTransId="{4617801F-3E2B-4B8A-AD9F-D0C8592A887A}"/>
    <dgm:cxn modelId="{F1A76CF3-2692-4EAB-B143-3B5D1A6B63B1}" type="presOf" srcId="{0E8E5196-F34C-406C-A55A-A18544473FB5}" destId="{7539CEF7-64CB-4162-8507-0FD5ECAECCF0}" srcOrd="0" destOrd="0" presId="urn:microsoft.com/office/officeart/2016/7/layout/LinearBlockProcessNumbered"/>
    <dgm:cxn modelId="{63129754-6D6E-4ED8-B1CA-6DB624EAD414}" type="presParOf" srcId="{7539CEF7-64CB-4162-8507-0FD5ECAECCF0}" destId="{698D23AB-AD9F-41B0-93CA-FECD747C3B6F}" srcOrd="0" destOrd="0" presId="urn:microsoft.com/office/officeart/2016/7/layout/LinearBlockProcessNumbered"/>
    <dgm:cxn modelId="{92D29C15-8EC0-4327-8DFE-8494A41F2A3D}" type="presParOf" srcId="{698D23AB-AD9F-41B0-93CA-FECD747C3B6F}" destId="{966BB046-6A95-46AD-B93C-8E6B325A85D7}" srcOrd="0" destOrd="0" presId="urn:microsoft.com/office/officeart/2016/7/layout/LinearBlockProcessNumbered"/>
    <dgm:cxn modelId="{98DC21DB-741F-4DBA-8139-7F2E1FCC79CD}" type="presParOf" srcId="{698D23AB-AD9F-41B0-93CA-FECD747C3B6F}" destId="{C106FA1A-4495-4A16-A220-ED0C3E504E60}" srcOrd="1" destOrd="0" presId="urn:microsoft.com/office/officeart/2016/7/layout/LinearBlockProcessNumbered"/>
    <dgm:cxn modelId="{2E588CB8-4E31-4ACA-A98E-174BC38D1F01}" type="presParOf" srcId="{698D23AB-AD9F-41B0-93CA-FECD747C3B6F}" destId="{85A5445C-543F-4EED-AE66-715C002EAE1F}" srcOrd="2" destOrd="0" presId="urn:microsoft.com/office/officeart/2016/7/layout/LinearBlockProcessNumbered"/>
    <dgm:cxn modelId="{FE409EEA-08F2-4960-A4A2-AA9F8EEEBD0B}" type="presParOf" srcId="{7539CEF7-64CB-4162-8507-0FD5ECAECCF0}" destId="{BA5C9A86-388A-47EF-B2F0-A242FFCCB0BF}" srcOrd="1" destOrd="0" presId="urn:microsoft.com/office/officeart/2016/7/layout/LinearBlockProcessNumbered"/>
    <dgm:cxn modelId="{285D6102-EDAC-4207-9ADA-3C12F90590BB}" type="presParOf" srcId="{7539CEF7-64CB-4162-8507-0FD5ECAECCF0}" destId="{96F3513B-4D9A-44AC-A47F-B442F1159DC4}" srcOrd="2" destOrd="0" presId="urn:microsoft.com/office/officeart/2016/7/layout/LinearBlockProcessNumbered"/>
    <dgm:cxn modelId="{40E80A95-7D17-4050-AF9E-8D2A2D398360}" type="presParOf" srcId="{96F3513B-4D9A-44AC-A47F-B442F1159DC4}" destId="{C44FEBAA-2D68-4D4A-8F9B-4D19267A591D}" srcOrd="0" destOrd="0" presId="urn:microsoft.com/office/officeart/2016/7/layout/LinearBlockProcessNumbered"/>
    <dgm:cxn modelId="{9DED2CB8-E25F-4911-9FE9-A84AD097A735}" type="presParOf" srcId="{96F3513B-4D9A-44AC-A47F-B442F1159DC4}" destId="{F4057B90-1483-45B4-BD26-09C1C1651205}" srcOrd="1" destOrd="0" presId="urn:microsoft.com/office/officeart/2016/7/layout/LinearBlockProcessNumbered"/>
    <dgm:cxn modelId="{EB17F91C-CC06-4C50-B2C0-02C2BBF6F090}" type="presParOf" srcId="{96F3513B-4D9A-44AC-A47F-B442F1159DC4}" destId="{B35C7BC3-3075-4EEA-BA59-27268BBF031B}" srcOrd="2" destOrd="0" presId="urn:microsoft.com/office/officeart/2016/7/layout/LinearBlockProcessNumbered"/>
    <dgm:cxn modelId="{88FE50D3-213E-4B90-802D-B451855C9773}" type="presParOf" srcId="{7539CEF7-64CB-4162-8507-0FD5ECAECCF0}" destId="{CAB6FED3-D240-46E1-A904-0C83395A00F2}" srcOrd="3" destOrd="0" presId="urn:microsoft.com/office/officeart/2016/7/layout/LinearBlockProcessNumbered"/>
    <dgm:cxn modelId="{21E29F99-015F-43BC-A7B8-5361B2D2134E}" type="presParOf" srcId="{7539CEF7-64CB-4162-8507-0FD5ECAECCF0}" destId="{5F55F820-1002-4678-BAAE-2CFEF01F47F1}" srcOrd="4" destOrd="0" presId="urn:microsoft.com/office/officeart/2016/7/layout/LinearBlockProcessNumbered"/>
    <dgm:cxn modelId="{406F56A8-A6C1-42EA-A6BA-1715D71E1008}" type="presParOf" srcId="{5F55F820-1002-4678-BAAE-2CFEF01F47F1}" destId="{C137DB64-DBE0-43B1-B7D7-4A714698640A}" srcOrd="0" destOrd="0" presId="urn:microsoft.com/office/officeart/2016/7/layout/LinearBlockProcessNumbered"/>
    <dgm:cxn modelId="{CC2BAD9A-D567-4FE8-94C5-C3C8C88DAD64}" type="presParOf" srcId="{5F55F820-1002-4678-BAAE-2CFEF01F47F1}" destId="{86EBB127-B5AA-4D7B-B260-1D5B6DBB1937}" srcOrd="1" destOrd="0" presId="urn:microsoft.com/office/officeart/2016/7/layout/LinearBlockProcessNumbered"/>
    <dgm:cxn modelId="{A9C8D6D0-9D5C-4789-A2AB-8B86EDE91F35}" type="presParOf" srcId="{5F55F820-1002-4678-BAAE-2CFEF01F47F1}" destId="{06338553-4448-47B6-BCA9-43E4500FAF9C}" srcOrd="2" destOrd="0" presId="urn:microsoft.com/office/officeart/2016/7/layout/LinearBlockProcessNumbered"/>
    <dgm:cxn modelId="{F33D441D-1ADF-4946-A806-A95846F1410F}" type="presParOf" srcId="{7539CEF7-64CB-4162-8507-0FD5ECAECCF0}" destId="{4B6F3D10-7C2E-4FE9-8FB2-0782D3F98F44}" srcOrd="5" destOrd="0" presId="urn:microsoft.com/office/officeart/2016/7/layout/LinearBlockProcessNumbered"/>
    <dgm:cxn modelId="{829AE6C8-6DF9-436D-A8CF-6D465F500D3D}" type="presParOf" srcId="{7539CEF7-64CB-4162-8507-0FD5ECAECCF0}" destId="{823127CB-DBF4-40D6-B12A-EDDFF59B4D1E}" srcOrd="6" destOrd="0" presId="urn:microsoft.com/office/officeart/2016/7/layout/LinearBlockProcessNumbered"/>
    <dgm:cxn modelId="{E2705900-49D4-456B-BA39-A95A9F6C7AC2}" type="presParOf" srcId="{823127CB-DBF4-40D6-B12A-EDDFF59B4D1E}" destId="{007B74DA-D276-4350-A85A-70664E8A0ED1}" srcOrd="0" destOrd="0" presId="urn:microsoft.com/office/officeart/2016/7/layout/LinearBlockProcessNumbered"/>
    <dgm:cxn modelId="{AB7CDE46-0243-4E2A-A3F4-02FFBBCE9CEC}" type="presParOf" srcId="{823127CB-DBF4-40D6-B12A-EDDFF59B4D1E}" destId="{B8ADE38C-5F0F-4889-B3B6-7309BE1D0DE3}" srcOrd="1" destOrd="0" presId="urn:microsoft.com/office/officeart/2016/7/layout/LinearBlockProcessNumbered"/>
    <dgm:cxn modelId="{F4752CB3-678C-4637-96F6-D0AC6E1150B1}" type="presParOf" srcId="{823127CB-DBF4-40D6-B12A-EDDFF59B4D1E}" destId="{9C030EB2-3E19-434C-B71A-3519327D27A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EADD14-1158-40EE-85FB-CFF719A47F28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B2BBF-D141-44DB-AA2E-A90BDC21FBA4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/>
            <a:t>본 가이드라인은 </a:t>
          </a:r>
          <a:r>
            <a:rPr lang="en-US" sz="1600" kern="1200"/>
            <a:t>UCI SECOM </a:t>
          </a:r>
          <a:r>
            <a:rPr lang="ko-KR" sz="1600" kern="1200"/>
            <a:t>반도체 공정 데이터를 대상으로 머신러닝 분석 및 품질 예측 모델에 적합한 신뢰 가능한 </a:t>
          </a:r>
          <a:r>
            <a:rPr lang="en-US" sz="1600" kern="1200"/>
            <a:t>Golden Dataset </a:t>
          </a:r>
          <a:r>
            <a:rPr lang="ko-KR" sz="1600" kern="1200"/>
            <a:t>확보를 목적으로 설계됨 </a:t>
          </a:r>
          <a:endParaRPr lang="en-US" sz="1600" kern="1200"/>
        </a:p>
      </dsp:txBody>
      <dsp:txXfrm>
        <a:off x="608661" y="692298"/>
        <a:ext cx="4508047" cy="2799040"/>
      </dsp:txXfrm>
    </dsp:sp>
    <dsp:sp modelId="{03B5200F-1EEC-42A7-BBC0-C70B4BAF1DF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6DE73-9236-4205-9435-C508A21E2F8E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/>
            <a:t>단순 결측치 제거 수준을 넘어</a:t>
          </a:r>
          <a:r>
            <a:rPr lang="en-US" sz="1600" kern="1200"/>
            <a:t>, **</a:t>
          </a:r>
          <a:r>
            <a:rPr lang="ko-KR" sz="1600" kern="1200"/>
            <a:t>데이터 품질 </a:t>
          </a:r>
          <a:r>
            <a:rPr lang="en-US" sz="1600" kern="1200"/>
            <a:t>5</a:t>
          </a:r>
          <a:r>
            <a:rPr lang="ko-KR" sz="1600" kern="1200"/>
            <a:t>대 핵심 속성</a:t>
          </a:r>
          <a:r>
            <a:rPr lang="en-US" sz="1600" kern="1200"/>
            <a:t>(</a:t>
          </a:r>
          <a:r>
            <a:rPr lang="ko-KR" sz="1600" kern="1200"/>
            <a:t>유일성</a:t>
          </a:r>
          <a:r>
            <a:rPr lang="en-US" sz="1600" kern="1200"/>
            <a:t>·</a:t>
          </a:r>
          <a:r>
            <a:rPr lang="ko-KR" sz="1600" kern="1200"/>
            <a:t>완전성</a:t>
          </a:r>
          <a:r>
            <a:rPr lang="en-US" sz="1600" kern="1200"/>
            <a:t>·</a:t>
          </a:r>
          <a:r>
            <a:rPr lang="ko-KR" sz="1600" kern="1200"/>
            <a:t>유효성</a:t>
          </a:r>
          <a:r>
            <a:rPr lang="en-US" sz="1600" kern="1200"/>
            <a:t>·</a:t>
          </a:r>
          <a:r>
            <a:rPr lang="ko-KR" sz="1600" kern="1200"/>
            <a:t>일관성</a:t>
          </a:r>
          <a:r>
            <a:rPr lang="en-US" sz="1600" kern="1200"/>
            <a:t>·</a:t>
          </a:r>
          <a:r>
            <a:rPr lang="ko-KR" sz="1600" kern="1200"/>
            <a:t>정확성</a:t>
          </a:r>
          <a:r>
            <a:rPr lang="en-US" sz="1600" kern="1200"/>
            <a:t>)**</a:t>
          </a:r>
          <a:r>
            <a:rPr lang="ko-KR" sz="1600" kern="1200"/>
            <a:t>을 체계적으로 검증 제조 공정 데이터 특성상 발생 가능한 중복 로깅</a:t>
          </a:r>
          <a:r>
            <a:rPr lang="en-US" sz="1600" kern="1200"/>
            <a:t>, </a:t>
          </a:r>
          <a:r>
            <a:rPr lang="ko-KR" sz="1600" kern="1200"/>
            <a:t>센서 누락</a:t>
          </a:r>
          <a:r>
            <a:rPr lang="en-US" sz="1600" kern="1200"/>
            <a:t>, </a:t>
          </a:r>
          <a:r>
            <a:rPr lang="ko-KR" sz="1600" kern="1200"/>
            <a:t>라벨 오류</a:t>
          </a:r>
          <a:r>
            <a:rPr lang="en-US" sz="1600" kern="1200"/>
            <a:t>, </a:t>
          </a:r>
          <a:r>
            <a:rPr lang="ko-KR" sz="1600" kern="1200"/>
            <a:t>논리적 모순</a:t>
          </a:r>
          <a:r>
            <a:rPr lang="en-US" sz="1600" kern="1200"/>
            <a:t>, </a:t>
          </a:r>
          <a:r>
            <a:rPr lang="ko-KR" sz="1600" kern="1200"/>
            <a:t>계측 정밀도 문제를 사전에 차단</a:t>
          </a:r>
          <a:endParaRPr lang="en-US" sz="16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BB046-6A95-46AD-B93C-8E6B325A85D7}">
      <dsp:nvSpPr>
        <dsp:cNvPr id="0" name=""/>
        <dsp:cNvSpPr/>
      </dsp:nvSpPr>
      <dsp:spPr>
        <a:xfrm>
          <a:off x="205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기준 정의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하나의 공정 사이클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(Time)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은 단 한 번만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기록되어야함</a:t>
          </a:r>
          <a:endParaRPr lang="en-US" sz="1100" kern="1200">
            <a:latin typeface="Malgun Gothic"/>
            <a:ea typeface="Malgun Gothic"/>
          </a:endParaRPr>
        </a:p>
      </dsp:txBody>
      <dsp:txXfrm>
        <a:off x="205" y="641349"/>
        <a:ext cx="2479997" cy="962025"/>
      </dsp:txXfrm>
    </dsp:sp>
    <dsp:sp modelId="{C106FA1A-4495-4A16-A220-ED0C3E504E60}">
      <dsp:nvSpPr>
        <dsp:cNvPr id="0" name=""/>
        <dsp:cNvSpPr/>
      </dsp:nvSpPr>
      <dsp:spPr>
        <a:xfrm>
          <a:off x="205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01</a:t>
          </a:r>
        </a:p>
      </dsp:txBody>
      <dsp:txXfrm>
        <a:off x="205" y="0"/>
        <a:ext cx="2479997" cy="641349"/>
      </dsp:txXfrm>
    </dsp:sp>
    <dsp:sp modelId="{C44FEBAA-2D68-4D4A-8F9B-4D19267A591D}">
      <dsp:nvSpPr>
        <dsp:cNvPr id="0" name=""/>
        <dsp:cNvSpPr/>
      </dsp:nvSpPr>
      <dsp:spPr>
        <a:xfrm>
          <a:off x="2678602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위반유형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동일한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Time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값에 대해 중복 로깅된 데이터 존재</a:t>
          </a:r>
          <a:endParaRPr lang="en-US" sz="1100" kern="1200">
            <a:latin typeface="Malgun Gothic"/>
            <a:ea typeface="Malgun Gothic"/>
          </a:endParaRPr>
        </a:p>
      </dsp:txBody>
      <dsp:txXfrm>
        <a:off x="2678602" y="641349"/>
        <a:ext cx="2479997" cy="962025"/>
      </dsp:txXfrm>
    </dsp:sp>
    <dsp:sp modelId="{F4057B90-1483-45B4-BD26-09C1C1651205}">
      <dsp:nvSpPr>
        <dsp:cNvPr id="0" name=""/>
        <dsp:cNvSpPr/>
      </dsp:nvSpPr>
      <dsp:spPr>
        <a:xfrm>
          <a:off x="2678602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02</a:t>
          </a:r>
        </a:p>
      </dsp:txBody>
      <dsp:txXfrm>
        <a:off x="2678602" y="0"/>
        <a:ext cx="2479997" cy="641349"/>
      </dsp:txXfrm>
    </dsp:sp>
    <dsp:sp modelId="{C137DB64-DBE0-43B1-B7D7-4A714698640A}">
      <dsp:nvSpPr>
        <dsp:cNvPr id="0" name=""/>
        <dsp:cNvSpPr/>
      </dsp:nvSpPr>
      <dsp:spPr>
        <a:xfrm>
          <a:off x="5356999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설계의도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중복 데이터로 인한 샘플 편향 및 모델 학습 왜곡 방지</a:t>
          </a:r>
          <a:endParaRPr lang="en-US" sz="1100" kern="1200">
            <a:latin typeface="Malgun Gothic"/>
            <a:ea typeface="Malgun Gothic"/>
          </a:endParaRPr>
        </a:p>
      </dsp:txBody>
      <dsp:txXfrm>
        <a:off x="5356999" y="641349"/>
        <a:ext cx="2479997" cy="962025"/>
      </dsp:txXfrm>
    </dsp:sp>
    <dsp:sp modelId="{86EBB127-B5AA-4D7B-B260-1D5B6DBB1937}">
      <dsp:nvSpPr>
        <dsp:cNvPr id="0" name=""/>
        <dsp:cNvSpPr/>
      </dsp:nvSpPr>
      <dsp:spPr>
        <a:xfrm>
          <a:off x="5356999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03</a:t>
          </a:r>
        </a:p>
      </dsp:txBody>
      <dsp:txXfrm>
        <a:off x="5356999" y="0"/>
        <a:ext cx="2479997" cy="641349"/>
      </dsp:txXfrm>
    </dsp:sp>
    <dsp:sp modelId="{007B74DA-D276-4350-A85A-70664E8A0ED1}">
      <dsp:nvSpPr>
        <dsp:cNvPr id="0" name=""/>
        <dsp:cNvSpPr/>
      </dsp:nvSpPr>
      <dsp:spPr>
        <a:xfrm>
          <a:off x="8035397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조치원칙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동일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Time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중 첫 기록만 유지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,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나머지 중복 행 제거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endParaRPr lang="en-US" sz="1100" kern="1200"/>
        </a:p>
      </dsp:txBody>
      <dsp:txXfrm>
        <a:off x="8035397" y="641349"/>
        <a:ext cx="2479997" cy="962025"/>
      </dsp:txXfrm>
    </dsp:sp>
    <dsp:sp modelId="{B8ADE38C-5F0F-4889-B3B6-7309BE1D0DE3}">
      <dsp:nvSpPr>
        <dsp:cNvPr id="0" name=""/>
        <dsp:cNvSpPr/>
      </dsp:nvSpPr>
      <dsp:spPr>
        <a:xfrm>
          <a:off x="8035397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04</a:t>
          </a:r>
        </a:p>
      </dsp:txBody>
      <dsp:txXfrm>
        <a:off x="8035397" y="0"/>
        <a:ext cx="2479997" cy="6413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BB046-6A95-46AD-B93C-8E6B325A85D7}">
      <dsp:nvSpPr>
        <dsp:cNvPr id="0" name=""/>
        <dsp:cNvSpPr/>
      </dsp:nvSpPr>
      <dsp:spPr>
        <a:xfrm>
          <a:off x="205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/>
            <a:t>기준 정의</a:t>
          </a:r>
          <a:r>
            <a:rPr lang="en-US" sz="1100" kern="1200"/>
            <a:t> – </a:t>
          </a:r>
          <a:r>
            <a:rPr lang="ko-KR" sz="1100" kern="1200"/>
            <a:t>시간정보</a:t>
          </a:r>
          <a:r>
            <a:rPr lang="en-US" sz="1100" kern="1200"/>
            <a:t>(Time)</a:t>
          </a:r>
          <a:r>
            <a:rPr lang="ko-KR" sz="1100" kern="1200"/>
            <a:t>및 핵심센서</a:t>
          </a:r>
          <a:r>
            <a:rPr lang="en-US" sz="1100" kern="1200"/>
            <a:t>(0</a:t>
          </a:r>
          <a:r>
            <a:rPr lang="ko-KR" sz="1100" kern="1200"/>
            <a:t>번 센서</a:t>
          </a:r>
          <a:r>
            <a:rPr lang="en-US" sz="1100" kern="1200"/>
            <a:t>)</a:t>
          </a:r>
          <a:r>
            <a:rPr lang="ko-KR" sz="1100" kern="1200"/>
            <a:t>는 필수적으로 존재해야함</a:t>
          </a:r>
          <a:endParaRPr lang="en-US" sz="1100" kern="1200"/>
        </a:p>
      </dsp:txBody>
      <dsp:txXfrm>
        <a:off x="205" y="641349"/>
        <a:ext cx="2479997" cy="962025"/>
      </dsp:txXfrm>
    </dsp:sp>
    <dsp:sp modelId="{C106FA1A-4495-4A16-A220-ED0C3E504E60}">
      <dsp:nvSpPr>
        <dsp:cNvPr id="0" name=""/>
        <dsp:cNvSpPr/>
      </dsp:nvSpPr>
      <dsp:spPr>
        <a:xfrm>
          <a:off x="205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01</a:t>
          </a:r>
        </a:p>
      </dsp:txBody>
      <dsp:txXfrm>
        <a:off x="205" y="0"/>
        <a:ext cx="2479997" cy="641349"/>
      </dsp:txXfrm>
    </dsp:sp>
    <dsp:sp modelId="{C44FEBAA-2D68-4D4A-8F9B-4D19267A591D}">
      <dsp:nvSpPr>
        <dsp:cNvPr id="0" name=""/>
        <dsp:cNvSpPr/>
      </dsp:nvSpPr>
      <dsp:spPr>
        <a:xfrm>
          <a:off x="2678602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/>
            <a:t>위반유형</a:t>
          </a:r>
          <a:r>
            <a:rPr lang="en-US" sz="1100" kern="1200"/>
            <a:t> – </a:t>
          </a:r>
          <a:r>
            <a:rPr lang="ko-KR" sz="1100" kern="1200"/>
            <a:t>공정 사이클 내 핵심 정보 결측</a:t>
          </a:r>
          <a:r>
            <a:rPr lang="en-US" sz="1100" kern="1200"/>
            <a:t>(</a:t>
          </a:r>
          <a:r>
            <a:rPr lang="en-US" sz="1100" kern="1200" err="1"/>
            <a:t>NaN</a:t>
          </a:r>
          <a:r>
            <a:rPr lang="en-US" sz="1100" kern="1200"/>
            <a:t>) </a:t>
          </a:r>
          <a:r>
            <a:rPr lang="ko-KR" sz="1100" kern="1200"/>
            <a:t>발생</a:t>
          </a:r>
          <a:endParaRPr lang="en-US" sz="1100" kern="1200"/>
        </a:p>
      </dsp:txBody>
      <dsp:txXfrm>
        <a:off x="2678602" y="641349"/>
        <a:ext cx="2479997" cy="962025"/>
      </dsp:txXfrm>
    </dsp:sp>
    <dsp:sp modelId="{F4057B90-1483-45B4-BD26-09C1C1651205}">
      <dsp:nvSpPr>
        <dsp:cNvPr id="0" name=""/>
        <dsp:cNvSpPr/>
      </dsp:nvSpPr>
      <dsp:spPr>
        <a:xfrm>
          <a:off x="2678602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02</a:t>
          </a:r>
        </a:p>
      </dsp:txBody>
      <dsp:txXfrm>
        <a:off x="2678602" y="0"/>
        <a:ext cx="2479997" cy="641349"/>
      </dsp:txXfrm>
    </dsp:sp>
    <dsp:sp modelId="{C137DB64-DBE0-43B1-B7D7-4A714698640A}">
      <dsp:nvSpPr>
        <dsp:cNvPr id="0" name=""/>
        <dsp:cNvSpPr/>
      </dsp:nvSpPr>
      <dsp:spPr>
        <a:xfrm>
          <a:off x="5356999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/>
            <a:t>설계의도 </a:t>
          </a:r>
          <a:r>
            <a:rPr lang="en-US" sz="1100" kern="1200"/>
            <a:t>– </a:t>
          </a:r>
          <a:r>
            <a:rPr lang="ko-KR" sz="1100" kern="1200"/>
            <a:t>핵심 공정 정보 누락 시 해당 사이클은 분석 가치가 없음</a:t>
          </a:r>
          <a:endParaRPr lang="en-US" sz="1100" kern="1200"/>
        </a:p>
      </dsp:txBody>
      <dsp:txXfrm>
        <a:off x="5356999" y="641349"/>
        <a:ext cx="2479997" cy="962025"/>
      </dsp:txXfrm>
    </dsp:sp>
    <dsp:sp modelId="{86EBB127-B5AA-4D7B-B260-1D5B6DBB1937}">
      <dsp:nvSpPr>
        <dsp:cNvPr id="0" name=""/>
        <dsp:cNvSpPr/>
      </dsp:nvSpPr>
      <dsp:spPr>
        <a:xfrm>
          <a:off x="5356999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03</a:t>
          </a:r>
        </a:p>
      </dsp:txBody>
      <dsp:txXfrm>
        <a:off x="5356999" y="0"/>
        <a:ext cx="2479997" cy="641349"/>
      </dsp:txXfrm>
    </dsp:sp>
    <dsp:sp modelId="{007B74DA-D276-4350-A85A-70664E8A0ED1}">
      <dsp:nvSpPr>
        <dsp:cNvPr id="0" name=""/>
        <dsp:cNvSpPr/>
      </dsp:nvSpPr>
      <dsp:spPr>
        <a:xfrm>
          <a:off x="8035397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>
              <a:latin typeface="맑은 고딕" panose="02110004020202020204"/>
            </a:rPr>
            <a:t>조치원칙</a:t>
          </a:r>
          <a:r>
            <a:rPr lang="ko-KR" sz="1100" kern="1200"/>
            <a:t> </a:t>
          </a:r>
          <a:r>
            <a:rPr lang="en-US" sz="1100" kern="1200"/>
            <a:t>– </a:t>
          </a:r>
          <a:r>
            <a:rPr lang="ko-KR" sz="1100" kern="1200"/>
            <a:t>필수 컬럼 결측이 포함된 전체 행 제거</a:t>
          </a:r>
          <a:endParaRPr lang="en-US" sz="1100" kern="1200"/>
        </a:p>
      </dsp:txBody>
      <dsp:txXfrm>
        <a:off x="8035397" y="641349"/>
        <a:ext cx="2479997" cy="962025"/>
      </dsp:txXfrm>
    </dsp:sp>
    <dsp:sp modelId="{B8ADE38C-5F0F-4889-B3B6-7309BE1D0DE3}">
      <dsp:nvSpPr>
        <dsp:cNvPr id="0" name=""/>
        <dsp:cNvSpPr/>
      </dsp:nvSpPr>
      <dsp:spPr>
        <a:xfrm>
          <a:off x="8035397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04</a:t>
          </a:r>
        </a:p>
      </dsp:txBody>
      <dsp:txXfrm>
        <a:off x="8035397" y="0"/>
        <a:ext cx="2479997" cy="641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BB046-6A95-46AD-B93C-8E6B325A85D7}">
      <dsp:nvSpPr>
        <dsp:cNvPr id="0" name=""/>
        <dsp:cNvSpPr/>
      </dsp:nvSpPr>
      <dsp:spPr>
        <a:xfrm>
          <a:off x="205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기준정의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Pass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/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Fail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라벨 값은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-1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(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불량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)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또는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1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(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양품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)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만 허용</a:t>
          </a:r>
          <a:endParaRPr lang="en-US" sz="1100" kern="1200">
            <a:latin typeface="Malgun Gothic"/>
            <a:ea typeface="Malgun Gothic"/>
          </a:endParaRPr>
        </a:p>
      </dsp:txBody>
      <dsp:txXfrm>
        <a:off x="205" y="641349"/>
        <a:ext cx="2479997" cy="962025"/>
      </dsp:txXfrm>
    </dsp:sp>
    <dsp:sp modelId="{C106FA1A-4495-4A16-A220-ED0C3E504E60}">
      <dsp:nvSpPr>
        <dsp:cNvPr id="0" name=""/>
        <dsp:cNvSpPr/>
      </dsp:nvSpPr>
      <dsp:spPr>
        <a:xfrm>
          <a:off x="205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01</a:t>
          </a:r>
        </a:p>
      </dsp:txBody>
      <dsp:txXfrm>
        <a:off x="205" y="0"/>
        <a:ext cx="2479997" cy="641349"/>
      </dsp:txXfrm>
    </dsp:sp>
    <dsp:sp modelId="{C44FEBAA-2D68-4D4A-8F9B-4D19267A591D}">
      <dsp:nvSpPr>
        <dsp:cNvPr id="0" name=""/>
        <dsp:cNvSpPr/>
      </dsp:nvSpPr>
      <dsp:spPr>
        <a:xfrm>
          <a:off x="2678602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위반 유형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정의되지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않은값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(0, 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기타 수치 등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)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존재</a:t>
          </a:r>
          <a:endParaRPr lang="en-US" sz="1100" kern="1200">
            <a:latin typeface="Malgun Gothic"/>
            <a:ea typeface="Malgun Gothic"/>
          </a:endParaRPr>
        </a:p>
      </dsp:txBody>
      <dsp:txXfrm>
        <a:off x="2678602" y="641349"/>
        <a:ext cx="2479997" cy="962025"/>
      </dsp:txXfrm>
    </dsp:sp>
    <dsp:sp modelId="{F4057B90-1483-45B4-BD26-09C1C1651205}">
      <dsp:nvSpPr>
        <dsp:cNvPr id="0" name=""/>
        <dsp:cNvSpPr/>
      </dsp:nvSpPr>
      <dsp:spPr>
        <a:xfrm>
          <a:off x="2678602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02</a:t>
          </a:r>
        </a:p>
      </dsp:txBody>
      <dsp:txXfrm>
        <a:off x="2678602" y="0"/>
        <a:ext cx="2479997" cy="641349"/>
      </dsp:txXfrm>
    </dsp:sp>
    <dsp:sp modelId="{C137DB64-DBE0-43B1-B7D7-4A714698640A}">
      <dsp:nvSpPr>
        <dsp:cNvPr id="0" name=""/>
        <dsp:cNvSpPr/>
      </dsp:nvSpPr>
      <dsp:spPr>
        <a:xfrm>
          <a:off x="5356999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설계 의도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라벨의 의미적 해적 가능성 확보</a:t>
          </a:r>
          <a:endParaRPr lang="en-US" sz="1100" kern="1200">
            <a:latin typeface="Malgun Gothic"/>
            <a:ea typeface="Malgun Gothic"/>
          </a:endParaRPr>
        </a:p>
      </dsp:txBody>
      <dsp:txXfrm>
        <a:off x="5356999" y="641349"/>
        <a:ext cx="2479997" cy="962025"/>
      </dsp:txXfrm>
    </dsp:sp>
    <dsp:sp modelId="{86EBB127-B5AA-4D7B-B260-1D5B6DBB1937}">
      <dsp:nvSpPr>
        <dsp:cNvPr id="0" name=""/>
        <dsp:cNvSpPr/>
      </dsp:nvSpPr>
      <dsp:spPr>
        <a:xfrm>
          <a:off x="5356999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03</a:t>
          </a:r>
        </a:p>
      </dsp:txBody>
      <dsp:txXfrm>
        <a:off x="5356999" y="0"/>
        <a:ext cx="2479997" cy="641349"/>
      </dsp:txXfrm>
    </dsp:sp>
    <dsp:sp modelId="{007B74DA-D276-4350-A85A-70664E8A0ED1}">
      <dsp:nvSpPr>
        <dsp:cNvPr id="0" name=""/>
        <dsp:cNvSpPr/>
      </dsp:nvSpPr>
      <dsp:spPr>
        <a:xfrm>
          <a:off x="8035397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조치원칙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허용 범위를 벗어난 라벨을 가진 데이터 제거</a:t>
          </a:r>
          <a:endParaRPr lang="en-US" sz="1100" kern="1200">
            <a:solidFill>
              <a:schemeClr val="bg1"/>
            </a:solidFill>
            <a:latin typeface="Malgun Gothic"/>
            <a:ea typeface="Malgun Gothic"/>
          </a:endParaRPr>
        </a:p>
      </dsp:txBody>
      <dsp:txXfrm>
        <a:off x="8035397" y="641349"/>
        <a:ext cx="2479997" cy="962025"/>
      </dsp:txXfrm>
    </dsp:sp>
    <dsp:sp modelId="{B8ADE38C-5F0F-4889-B3B6-7309BE1D0DE3}">
      <dsp:nvSpPr>
        <dsp:cNvPr id="0" name=""/>
        <dsp:cNvSpPr/>
      </dsp:nvSpPr>
      <dsp:spPr>
        <a:xfrm>
          <a:off x="8035397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04</a:t>
          </a:r>
        </a:p>
      </dsp:txBody>
      <dsp:txXfrm>
        <a:off x="8035397" y="0"/>
        <a:ext cx="2479997" cy="6413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BB046-6A95-46AD-B93C-8E6B325A85D7}">
      <dsp:nvSpPr>
        <dsp:cNvPr id="0" name=""/>
        <dsp:cNvSpPr/>
      </dsp:nvSpPr>
      <dsp:spPr>
        <a:xfrm>
          <a:off x="205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기준 정의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센서 데이터가 존재하지 않는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상태에서 양품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판정은 논리적으로 모순</a:t>
          </a:r>
          <a:endParaRPr lang="en-US" sz="1100" kern="1200">
            <a:solidFill>
              <a:schemeClr val="bg1"/>
            </a:solidFill>
            <a:latin typeface="Malgun Gothic"/>
            <a:ea typeface="Malgun Gothic"/>
          </a:endParaRPr>
        </a:p>
      </dsp:txBody>
      <dsp:txXfrm>
        <a:off x="205" y="641349"/>
        <a:ext cx="2479997" cy="962025"/>
      </dsp:txXfrm>
    </dsp:sp>
    <dsp:sp modelId="{C106FA1A-4495-4A16-A220-ED0C3E504E60}">
      <dsp:nvSpPr>
        <dsp:cNvPr id="0" name=""/>
        <dsp:cNvSpPr/>
      </dsp:nvSpPr>
      <dsp:spPr>
        <a:xfrm>
          <a:off x="205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01</a:t>
          </a:r>
        </a:p>
      </dsp:txBody>
      <dsp:txXfrm>
        <a:off x="205" y="0"/>
        <a:ext cx="2479997" cy="641349"/>
      </dsp:txXfrm>
    </dsp:sp>
    <dsp:sp modelId="{C44FEBAA-2D68-4D4A-8F9B-4D19267A591D}">
      <dsp:nvSpPr>
        <dsp:cNvPr id="0" name=""/>
        <dsp:cNvSpPr/>
      </dsp:nvSpPr>
      <dsp:spPr>
        <a:xfrm>
          <a:off x="2678602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위반 유형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주요 선세구간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(8~589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번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)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결측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+ Pass = 1</a:t>
          </a:r>
          <a:endParaRPr lang="en-US" sz="1100" kern="1200">
            <a:solidFill>
              <a:schemeClr val="bg1"/>
            </a:solidFill>
            <a:latin typeface="Malgun Gothic"/>
            <a:ea typeface="Malgun Gothic"/>
          </a:endParaRPr>
        </a:p>
      </dsp:txBody>
      <dsp:txXfrm>
        <a:off x="2678602" y="641349"/>
        <a:ext cx="2479997" cy="962025"/>
      </dsp:txXfrm>
    </dsp:sp>
    <dsp:sp modelId="{F4057B90-1483-45B4-BD26-09C1C1651205}">
      <dsp:nvSpPr>
        <dsp:cNvPr id="0" name=""/>
        <dsp:cNvSpPr/>
      </dsp:nvSpPr>
      <dsp:spPr>
        <a:xfrm>
          <a:off x="2678602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02</a:t>
          </a:r>
        </a:p>
      </dsp:txBody>
      <dsp:txXfrm>
        <a:off x="2678602" y="0"/>
        <a:ext cx="2479997" cy="641349"/>
      </dsp:txXfrm>
    </dsp:sp>
    <dsp:sp modelId="{C137DB64-DBE0-43B1-B7D7-4A714698640A}">
      <dsp:nvSpPr>
        <dsp:cNvPr id="0" name=""/>
        <dsp:cNvSpPr/>
      </dsp:nvSpPr>
      <dsp:spPr>
        <a:xfrm>
          <a:off x="5356999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설계 의도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라벨과 센서 데이터 간의 인과 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관계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 붕괴 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방지</a:t>
          </a:r>
          <a:endParaRPr lang="en-US" sz="1100" kern="1200">
            <a:solidFill>
              <a:schemeClr val="bg1"/>
            </a:solidFill>
            <a:latin typeface="Malgun Gothic"/>
            <a:ea typeface="Malgun Gothic"/>
          </a:endParaRPr>
        </a:p>
      </dsp:txBody>
      <dsp:txXfrm>
        <a:off x="5356999" y="641349"/>
        <a:ext cx="2479997" cy="962025"/>
      </dsp:txXfrm>
    </dsp:sp>
    <dsp:sp modelId="{86EBB127-B5AA-4D7B-B260-1D5B6DBB1937}">
      <dsp:nvSpPr>
        <dsp:cNvPr id="0" name=""/>
        <dsp:cNvSpPr/>
      </dsp:nvSpPr>
      <dsp:spPr>
        <a:xfrm>
          <a:off x="5356999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03</a:t>
          </a:r>
        </a:p>
      </dsp:txBody>
      <dsp:txXfrm>
        <a:off x="5356999" y="0"/>
        <a:ext cx="2479997" cy="641349"/>
      </dsp:txXfrm>
    </dsp:sp>
    <dsp:sp modelId="{007B74DA-D276-4350-A85A-70664E8A0ED1}">
      <dsp:nvSpPr>
        <dsp:cNvPr id="0" name=""/>
        <dsp:cNvSpPr/>
      </dsp:nvSpPr>
      <dsp:spPr>
        <a:xfrm>
          <a:off x="8035397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조치원칙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논리적으로 모순되는 사이클 제거</a:t>
          </a:r>
          <a:endParaRPr lang="en-US" sz="1100" kern="1200">
            <a:solidFill>
              <a:schemeClr val="bg1"/>
            </a:solidFill>
          </a:endParaRPr>
        </a:p>
      </dsp:txBody>
      <dsp:txXfrm>
        <a:off x="8035397" y="641349"/>
        <a:ext cx="2479997" cy="962025"/>
      </dsp:txXfrm>
    </dsp:sp>
    <dsp:sp modelId="{B8ADE38C-5F0F-4889-B3B6-7309BE1D0DE3}">
      <dsp:nvSpPr>
        <dsp:cNvPr id="0" name=""/>
        <dsp:cNvSpPr/>
      </dsp:nvSpPr>
      <dsp:spPr>
        <a:xfrm>
          <a:off x="8035397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04</a:t>
          </a:r>
        </a:p>
      </dsp:txBody>
      <dsp:txXfrm>
        <a:off x="8035397" y="0"/>
        <a:ext cx="2479997" cy="6413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BB046-6A95-46AD-B93C-8E6B325A85D7}">
      <dsp:nvSpPr>
        <dsp:cNvPr id="0" name=""/>
        <dsp:cNvSpPr/>
      </dsp:nvSpPr>
      <dsp:spPr>
        <a:xfrm>
          <a:off x="205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기준 정의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센서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4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번 데이터는 공정 장비 특성상 소수점 </a:t>
          </a:r>
          <a:r>
            <a:rPr lang="en-US" altLang="ko-KR" sz="1100" kern="1200">
              <a:solidFill>
                <a:schemeClr val="bg1"/>
              </a:solidFill>
              <a:latin typeface="Malgun Gothic"/>
              <a:ea typeface="Malgun Gothic"/>
            </a:rPr>
            <a:t>5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자리 이내가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정상</a:t>
          </a:r>
          <a:endParaRPr lang="en-US" sz="1100" kern="1200">
            <a:solidFill>
              <a:schemeClr val="bg1"/>
            </a:solidFill>
            <a:latin typeface="Malgun Gothic"/>
            <a:ea typeface="Malgun Gothic"/>
          </a:endParaRPr>
        </a:p>
      </dsp:txBody>
      <dsp:txXfrm>
        <a:off x="205" y="641349"/>
        <a:ext cx="2479997" cy="962025"/>
      </dsp:txXfrm>
    </dsp:sp>
    <dsp:sp modelId="{C106FA1A-4495-4A16-A220-ED0C3E504E60}">
      <dsp:nvSpPr>
        <dsp:cNvPr id="0" name=""/>
        <dsp:cNvSpPr/>
      </dsp:nvSpPr>
      <dsp:spPr>
        <a:xfrm>
          <a:off x="205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01</a:t>
          </a:r>
        </a:p>
      </dsp:txBody>
      <dsp:txXfrm>
        <a:off x="205" y="0"/>
        <a:ext cx="2479997" cy="641349"/>
      </dsp:txXfrm>
    </dsp:sp>
    <dsp:sp modelId="{C44FEBAA-2D68-4D4A-8F9B-4D19267A591D}">
      <dsp:nvSpPr>
        <dsp:cNvPr id="0" name=""/>
        <dsp:cNvSpPr/>
      </dsp:nvSpPr>
      <dsp:spPr>
        <a:xfrm>
          <a:off x="2678602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위반 유형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과도한 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소수점 표현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(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비정상 </a:t>
          </a:r>
          <a:r>
            <a:rPr lang="ko-KR" altLang="en-US" sz="1100" kern="1200">
              <a:solidFill>
                <a:schemeClr val="bg1"/>
              </a:solidFill>
              <a:latin typeface="Malgun Gothic"/>
              <a:ea typeface="Malgun Gothic"/>
            </a:rPr>
            <a:t>계측값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)</a:t>
          </a:r>
        </a:p>
      </dsp:txBody>
      <dsp:txXfrm>
        <a:off x="2678602" y="641349"/>
        <a:ext cx="2479997" cy="962025"/>
      </dsp:txXfrm>
    </dsp:sp>
    <dsp:sp modelId="{F4057B90-1483-45B4-BD26-09C1C1651205}">
      <dsp:nvSpPr>
        <dsp:cNvPr id="0" name=""/>
        <dsp:cNvSpPr/>
      </dsp:nvSpPr>
      <dsp:spPr>
        <a:xfrm>
          <a:off x="2678602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02</a:t>
          </a:r>
        </a:p>
      </dsp:txBody>
      <dsp:txXfrm>
        <a:off x="2678602" y="0"/>
        <a:ext cx="2479997" cy="641349"/>
      </dsp:txXfrm>
    </dsp:sp>
    <dsp:sp modelId="{C137DB64-DBE0-43B1-B7D7-4A714698640A}">
      <dsp:nvSpPr>
        <dsp:cNvPr id="0" name=""/>
        <dsp:cNvSpPr/>
      </dsp:nvSpPr>
      <dsp:spPr>
        <a:xfrm>
          <a:off x="5356999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설계 의도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센서 정밀도 오류 및 데이터 수집 이상 제거</a:t>
          </a:r>
          <a:endParaRPr lang="en-US" sz="1100" kern="1200">
            <a:solidFill>
              <a:schemeClr val="bg1"/>
            </a:solidFill>
            <a:latin typeface="Malgun Gothic"/>
            <a:ea typeface="Malgun Gothic"/>
          </a:endParaRPr>
        </a:p>
      </dsp:txBody>
      <dsp:txXfrm>
        <a:off x="5356999" y="641349"/>
        <a:ext cx="2479997" cy="962025"/>
      </dsp:txXfrm>
    </dsp:sp>
    <dsp:sp modelId="{86EBB127-B5AA-4D7B-B260-1D5B6DBB1937}">
      <dsp:nvSpPr>
        <dsp:cNvPr id="0" name=""/>
        <dsp:cNvSpPr/>
      </dsp:nvSpPr>
      <dsp:spPr>
        <a:xfrm>
          <a:off x="5356999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03</a:t>
          </a:r>
        </a:p>
      </dsp:txBody>
      <dsp:txXfrm>
        <a:off x="5356999" y="0"/>
        <a:ext cx="2479997" cy="641349"/>
      </dsp:txXfrm>
    </dsp:sp>
    <dsp:sp modelId="{007B74DA-D276-4350-A85A-70664E8A0ED1}">
      <dsp:nvSpPr>
        <dsp:cNvPr id="0" name=""/>
        <dsp:cNvSpPr/>
      </dsp:nvSpPr>
      <dsp:spPr>
        <a:xfrm>
          <a:off x="8035397" y="0"/>
          <a:ext cx="2479997" cy="16033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조치 원칙 </a:t>
          </a:r>
          <a:r>
            <a:rPr lang="en-US" sz="1100" kern="1200">
              <a:solidFill>
                <a:schemeClr val="bg1"/>
              </a:solidFill>
              <a:latin typeface="Malgun Gothic"/>
              <a:ea typeface="Malgun Gothic"/>
            </a:rPr>
            <a:t>– </a:t>
          </a:r>
          <a:r>
            <a:rPr lang="ko-KR" sz="1100" kern="1200">
              <a:solidFill>
                <a:schemeClr val="bg1"/>
              </a:solidFill>
              <a:latin typeface="Malgun Gothic"/>
              <a:ea typeface="Malgun Gothic"/>
            </a:rPr>
            <a:t>기준 정밀도를 초과하는 값이 포함된 행 제거</a:t>
          </a:r>
          <a:endParaRPr lang="en-US" sz="1100" kern="1200">
            <a:solidFill>
              <a:schemeClr val="bg1"/>
            </a:solidFill>
          </a:endParaRPr>
        </a:p>
      </dsp:txBody>
      <dsp:txXfrm>
        <a:off x="8035397" y="641349"/>
        <a:ext cx="2479997" cy="962025"/>
      </dsp:txXfrm>
    </dsp:sp>
    <dsp:sp modelId="{B8ADE38C-5F0F-4889-B3B6-7309BE1D0DE3}">
      <dsp:nvSpPr>
        <dsp:cNvPr id="0" name=""/>
        <dsp:cNvSpPr/>
      </dsp:nvSpPr>
      <dsp:spPr>
        <a:xfrm>
          <a:off x="8035397" y="0"/>
          <a:ext cx="2479997" cy="64134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04</a:t>
          </a:r>
        </a:p>
      </dsp:txBody>
      <dsp:txXfrm>
        <a:off x="8035397" y="0"/>
        <a:ext cx="2479997" cy="641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CE95A-855C-5913-E189-F89C5CD1D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B7C200-BFA5-B623-5509-0D9D85641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CC36C5-83D3-C7DD-F2B0-1DB749D7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0617A9-6F22-7721-EE49-F660945F8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16D49-CC81-6C9F-1FA3-20409F68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61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436DA-6E89-8D19-39A2-94940532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77E256-F1C6-6619-FEA2-580A067FE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7A83B1-A223-09B4-330B-44E47F32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8F37A-6764-13BE-A26A-848FF97C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3AA93-91BA-18B1-0189-811EC77A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83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A13BD5-5AD7-5B3E-D1BF-392B3529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5D5BB-88DA-A96B-F333-E19455CA1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3A620-0A4A-20F8-A64B-A3B16E74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ED786-6350-E4BE-2176-883028F8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DD85D-74D8-D9FD-DE12-896D17E8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25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65FDF-5350-CB71-AB5F-1F682C0B9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C69749-C942-3247-6A5B-760C80143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048275-80F9-FB1D-1DA5-543ABEA18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5AF69D-FCB5-C957-A6F4-82BA2595B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BEF9A5-EFFE-4FB3-AF9C-43FFFC8F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57DC51-B7A2-695C-F263-7F9C25EF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46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8D5B5-3AFE-0C40-AB31-33D4734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261481-C060-BB5F-B69D-646524585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FD3609-6BB7-4970-8BF7-9E72AB40C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723ACB-ABC5-5F8E-EF2A-CCB3ED02B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08D14D-85AD-0723-5E22-C280DA86F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0918A1-93DF-0482-D676-B42BB9F4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9F2D15-F125-C8DC-A2F5-CA82C2E1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5069F7-FDB5-58D5-061E-32EA3181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05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7B084-3B61-B40C-DB8E-B81925E7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C849EF-ADD1-4E07-A5D5-07686A5DB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8E1C8B-BC18-F81B-C677-30345984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54C191-C682-5D8E-E3B0-F879E483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97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A9ACC-A22F-70A9-F3B8-9ACF77991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08ED6B-EE6B-5746-97D9-FBD9FCF4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FDB87-2EBD-E0CF-7058-FAB9312F4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34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223B7-AC78-9461-43E6-209607473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BCCD2-425D-0DD9-43C1-B7E78588A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C665FD-F951-6625-3FCB-6365A5B61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8C6027-0612-4B2F-C84B-AD7E008F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DD12EF-E255-3290-B9A8-C1079FE5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B1AC75-6C18-7222-D039-BBD70FF2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27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D2274-3750-151F-03D6-F8A3D8C2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0E65621-857C-2AA8-06A5-45A20CE46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C1840B-3B62-03A7-B8BF-BF0026FAE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5FBE4-232B-FDCD-DF38-58F2C9F4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03B2D1-D8B4-DAEF-D608-C4A34E55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8B4082-6B5E-4FEE-0142-852BAEF9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842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94D01-2BA2-7E43-61C1-592B8878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0764E8-C437-7C69-E6A5-B87DABC8A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77068-BF86-4CD6-C733-4CD0E613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47230C-F726-4DDD-39F3-2533F95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B5CCEE-0E41-EA9B-C572-919A5DDD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65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5B5C1F-DA0B-430E-CFB3-232B0B2B8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3ED5D0-70AD-8A19-B22D-F99B00A78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55CD3A-0720-F187-C1B7-04DF50FD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99F69-A984-0909-00B4-2A54474A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93B2E0-5C16-93A2-0014-990A599B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23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511688-DA15-A4C7-E4EC-5AFB638C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48177-AC72-F537-56A8-302F8B349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58158-8C6B-C846-4251-200B5BD93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98D65-405A-4F59-A1DA-AFD1A05D749A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745AA-E3F0-BB9C-0B54-B247213E2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ACAFC-4A5E-E23F-4BEC-5DB6CB1F4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397C2-8191-42D3-82A2-AC0CDDF8EE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4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E661B68-99E3-4C80-3D67-5034BA23E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>
                <a:solidFill>
                  <a:srgbClr val="FFFFFF"/>
                </a:solidFill>
                <a:effectLst/>
              </a:rPr>
              <a:t>SECOM </a:t>
            </a:r>
            <a:r>
              <a:rPr lang="ko-KR" altLang="en-US" sz="4800">
                <a:solidFill>
                  <a:srgbClr val="FFFFFF"/>
                </a:solidFill>
                <a:effectLst/>
              </a:rPr>
              <a:t>공정 데이터를 위한 데이터 품질 확보 가이드라인 설계</a:t>
            </a:r>
            <a:endParaRPr lang="ko-KR" altLang="en-US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7C630A-E145-39AE-14F4-403982241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ko-KR" altLang="en-US">
                <a:solidFill>
                  <a:srgbClr val="FFFFFF"/>
                </a:solidFill>
              </a:rPr>
              <a:t>데이터 로드</a:t>
            </a:r>
            <a:r>
              <a:rPr lang="en-US" altLang="ko-KR">
                <a:solidFill>
                  <a:srgbClr val="FFFFFF"/>
                </a:solidFill>
              </a:rPr>
              <a:t>/</a:t>
            </a:r>
            <a:r>
              <a:rPr lang="ko-KR" altLang="en-US">
                <a:solidFill>
                  <a:srgbClr val="FFFFFF"/>
                </a:solidFill>
              </a:rPr>
              <a:t>유일성</a:t>
            </a:r>
            <a:r>
              <a:rPr lang="en-US" altLang="ko-KR">
                <a:solidFill>
                  <a:srgbClr val="FFFFFF"/>
                </a:solidFill>
              </a:rPr>
              <a:t>/</a:t>
            </a:r>
            <a:r>
              <a:rPr lang="ko-KR" altLang="en-US">
                <a:solidFill>
                  <a:srgbClr val="FFFFFF"/>
                </a:solidFill>
              </a:rPr>
              <a:t>완전성</a:t>
            </a:r>
            <a:r>
              <a:rPr lang="en-US" altLang="ko-KR">
                <a:solidFill>
                  <a:srgbClr val="FFFFFF"/>
                </a:solidFill>
              </a:rPr>
              <a:t>/</a:t>
            </a:r>
            <a:r>
              <a:rPr lang="ko-KR" altLang="en-US">
                <a:solidFill>
                  <a:srgbClr val="FFFFFF"/>
                </a:solidFill>
              </a:rPr>
              <a:t>유효성</a:t>
            </a:r>
            <a:r>
              <a:rPr lang="en-US" altLang="ko-KR">
                <a:solidFill>
                  <a:srgbClr val="FFFFFF"/>
                </a:solidFill>
              </a:rPr>
              <a:t>/</a:t>
            </a:r>
            <a:r>
              <a:rPr lang="ko-KR" altLang="en-US">
                <a:solidFill>
                  <a:srgbClr val="FFFFFF"/>
                </a:solidFill>
              </a:rPr>
              <a:t>일관성</a:t>
            </a:r>
            <a:r>
              <a:rPr lang="en-US" altLang="ko-KR">
                <a:solidFill>
                  <a:srgbClr val="FFFFFF"/>
                </a:solidFill>
              </a:rPr>
              <a:t>/</a:t>
            </a:r>
            <a:r>
              <a:rPr lang="ko-KR" altLang="en-US">
                <a:solidFill>
                  <a:srgbClr val="FFFFFF"/>
                </a:solidFill>
              </a:rPr>
              <a:t>정확성</a:t>
            </a:r>
          </a:p>
        </p:txBody>
      </p:sp>
    </p:spTree>
    <p:extLst>
      <p:ext uri="{BB962C8B-B14F-4D97-AF65-F5344CB8AC3E}">
        <p14:creationId xmlns:p14="http://schemas.microsoft.com/office/powerpoint/2010/main" val="232062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0DC567-4E57-E80A-DD27-1F7A2F36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ko-KR" sz="4000">
                <a:solidFill>
                  <a:srgbClr val="FFFFFF"/>
                </a:solidFill>
                <a:effectLst/>
              </a:rPr>
              <a:t>1. </a:t>
            </a:r>
            <a:r>
              <a:rPr lang="ko-KR" altLang="en-US" sz="4000">
                <a:solidFill>
                  <a:srgbClr val="FFFFFF"/>
                </a:solidFill>
                <a:effectLst/>
              </a:rPr>
              <a:t>가이드라인 설계 목적</a:t>
            </a:r>
            <a:endParaRPr lang="ko-KR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2" name="내용 개체 틀 2">
            <a:extLst>
              <a:ext uri="{FF2B5EF4-FFF2-40B4-BE49-F238E27FC236}">
                <a16:creationId xmlns:a16="http://schemas.microsoft.com/office/drawing/2014/main" id="{5824EA07-0116-9C20-83DE-358CAD5BED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517129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4818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FE76-F447-073B-34E5-1DACE308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8E21C-0901-1066-92F9-5469E9B8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유일성</a:t>
            </a:r>
          </a:p>
        </p:txBody>
      </p:sp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453DA4AC-F3D7-0EA8-0B77-B0CFA8CC03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0" name="그림 59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A08E0D-6A8B-B727-AC88-3D4760BFB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474" y="3427629"/>
            <a:ext cx="10546182" cy="284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9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BC27A-BDB2-93C7-5CEF-E2F3463B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완전성</a:t>
            </a:r>
          </a:p>
        </p:txBody>
      </p:sp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DA290F10-C68C-3336-2118-07590046A0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A093CBD2-C953-EF9A-D297-A96CE2EC0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03" y="3432389"/>
            <a:ext cx="10556289" cy="152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022AE-D1A0-0CBE-4FC6-3CDD8D31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2C04E-50B6-F469-4991-E07A81A5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유효성</a:t>
            </a:r>
          </a:p>
        </p:txBody>
      </p:sp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5B3DCB67-7756-9533-C940-EADDFDE3D0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3" name="그림 5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3506C3-1440-A715-E3E4-7554119C9A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26" y="3432044"/>
            <a:ext cx="10519476" cy="200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41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5898-8571-5C77-0608-7F618D25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29152-5F04-1E5C-680C-7B69E299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일관성</a:t>
            </a:r>
          </a:p>
        </p:txBody>
      </p:sp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E4A1991B-C84B-ADB2-6E96-DE0B052DAA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9" name="그림 5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424BA2-1793-4E2C-E685-6632554B6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217" y="3431858"/>
            <a:ext cx="10520045" cy="319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9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EF96-F1BF-E6ED-75E3-91BACC7B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F5EE3-356E-538F-5B9C-EFE63AAD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정확성</a:t>
            </a:r>
          </a:p>
        </p:txBody>
      </p:sp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1418DB6C-3407-FD3F-6ADE-60B7278FFC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60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0" name="그림 69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277B9A-9F41-A358-E73F-D041960F4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0" y="3428365"/>
            <a:ext cx="10546080" cy="342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7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417141-D33F-4DEC-B246-29BFBE298A81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와이드스크린</PresentationFormat>
  <Paragraphs>35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맑은 고딕</vt:lpstr>
      <vt:lpstr>Arial</vt:lpstr>
      <vt:lpstr>Office 테마</vt:lpstr>
      <vt:lpstr>SECOM 공정 데이터를 위한 데이터 품질 확보 가이드라인 설계</vt:lpstr>
      <vt:lpstr>1. 가이드라인 설계 목적</vt:lpstr>
      <vt:lpstr>유일성</vt:lpstr>
      <vt:lpstr>완전성</vt:lpstr>
      <vt:lpstr>유효성</vt:lpstr>
      <vt:lpstr>일관성</vt:lpstr>
      <vt:lpstr>정확성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건우</dc:creator>
  <cp:lastModifiedBy>gunwoo kim</cp:lastModifiedBy>
  <cp:revision>1</cp:revision>
  <dcterms:created xsi:type="dcterms:W3CDTF">2026-03-29T12:35:28Z</dcterms:created>
  <dcterms:modified xsi:type="dcterms:W3CDTF">2026-03-29T13:28:01Z</dcterms:modified>
</cp:coreProperties>
</file>